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6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8D85C-F0FB-48DB-AD36-3C19477DF36D}" v="397" dt="2023-10-04T22:35:00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Chávez" userId="d353ee6327d66adc" providerId="LiveId" clId="{F698D85C-F0FB-48DB-AD36-3C19477DF36D}"/>
    <pc:docChg chg="undo redo custSel addSld delSld modSld">
      <pc:chgData name="Ignacio Chávez" userId="d353ee6327d66adc" providerId="LiveId" clId="{F698D85C-F0FB-48DB-AD36-3C19477DF36D}" dt="2023-10-04T22:58:45.959" v="3057" actId="1076"/>
      <pc:docMkLst>
        <pc:docMk/>
      </pc:docMkLst>
      <pc:sldChg chg="addSp delSp modSp del mod setBg addAnim delAnim setClrOvrMap delDesignElem">
        <pc:chgData name="Ignacio Chávez" userId="d353ee6327d66adc" providerId="LiveId" clId="{F698D85C-F0FB-48DB-AD36-3C19477DF36D}" dt="2023-10-04T22:56:22.129" v="3030" actId="47"/>
        <pc:sldMkLst>
          <pc:docMk/>
          <pc:sldMk cId="1491604053" sldId="256"/>
        </pc:sldMkLst>
        <pc:spChg chg="mod ord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2" creationId="{9098F1D2-65E4-9F6D-87AE-97F4BC77FF91}"/>
          </ac:spMkLst>
        </pc:spChg>
        <pc:spChg chg="add del mod">
          <ac:chgData name="Ignacio Chávez" userId="d353ee6327d66adc" providerId="LiveId" clId="{F698D85C-F0FB-48DB-AD36-3C19477DF36D}" dt="2023-10-04T21:52:20.017" v="1737" actId="21"/>
          <ac:spMkLst>
            <pc:docMk/>
            <pc:sldMk cId="1491604053" sldId="256"/>
            <ac:spMk id="3" creationId="{0E521A74-E582-B649-D200-FA768BAB341C}"/>
          </ac:spMkLst>
        </pc:spChg>
        <pc:spChg chg="del mod ord">
          <ac:chgData name="Ignacio Chávez" userId="d353ee6327d66adc" providerId="LiveId" clId="{F698D85C-F0FB-48DB-AD36-3C19477DF36D}" dt="2023-10-03T23:41:15.607" v="819" actId="21"/>
          <ac:spMkLst>
            <pc:docMk/>
            <pc:sldMk cId="1491604053" sldId="256"/>
            <ac:spMk id="3" creationId="{A8BBA5EA-9985-A397-297A-178E5C4DCB9A}"/>
          </ac:spMkLst>
        </pc:spChg>
        <pc:spChg chg="add del">
          <ac:chgData name="Ignacio Chávez" userId="d353ee6327d66adc" providerId="LiveId" clId="{F698D85C-F0FB-48DB-AD36-3C19477DF36D}" dt="2023-10-03T23:40:53.864" v="818" actId="26606"/>
          <ac:spMkLst>
            <pc:docMk/>
            <pc:sldMk cId="1491604053" sldId="256"/>
            <ac:spMk id="8" creationId="{27577DEC-D9A5-404D-9789-702F4319BEC8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21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22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24" creationId="{F5F0CD5C-72F3-4090-8A69-8E15CB432AC2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26" creationId="{217496A2-9394-4FB7-BA0E-717D2D2E7A43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27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29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31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32" creationId="{67374FB5-CBB7-46FF-95B5-2251BC6856ED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33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34" creationId="{34BCEAB7-D9E0-40A4-9254-8593BD346EAB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35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36" creationId="{D567A354-BB63-405C-8E5F-2F510E670F16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37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38" creationId="{9185A8D7-2F20-4F7A-97BE-21DB1654C7F7}"/>
          </ac:spMkLst>
        </pc:spChg>
        <pc:spChg chg="add del">
          <ac:chgData name="Ignacio Chávez" userId="d353ee6327d66adc" providerId="LiveId" clId="{F698D85C-F0FB-48DB-AD36-3C19477DF36D}" dt="2023-10-04T21:52:40.374" v="1740" actId="26606"/>
          <ac:spMkLst>
            <pc:docMk/>
            <pc:sldMk cId="1491604053" sldId="256"/>
            <ac:spMk id="39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40" creationId="{CB65BD56-22B3-4E13-BFCA-B8E8BEB92D6C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41" creationId="{F5F0CD5C-72F3-4090-8A69-8E15CB432AC2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42" creationId="{6790ED68-BCA0-4247-A72F-1CB85DF068C3}"/>
          </ac:spMkLst>
        </pc:spChg>
        <pc:spChg chg="add del">
          <ac:chgData name="Ignacio Chávez" userId="d353ee6327d66adc" providerId="LiveId" clId="{F698D85C-F0FB-48DB-AD36-3C19477DF36D}" dt="2023-10-03T23:40:47.391" v="814" actId="26606"/>
          <ac:spMkLst>
            <pc:docMk/>
            <pc:sldMk cId="1491604053" sldId="256"/>
            <ac:spMk id="44" creationId="{DD0F2B3F-DC55-4FA7-B667-1ACD07920937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46" creationId="{217496A2-9394-4FB7-BA0E-717D2D2E7A43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52" creationId="{67374FB5-CBB7-46FF-95B5-2251BC6856ED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54" creationId="{34BCEAB7-D9E0-40A4-9254-8593BD346EAB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56" creationId="{D567A354-BB63-405C-8E5F-2F510E670F16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58" creationId="{9185A8D7-2F20-4F7A-97BE-21DB1654C7F7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60" creationId="{CB65BD56-22B3-4E13-BFCA-B8E8BEB92D6C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62" creationId="{6790ED68-BCA0-4247-A72F-1CB85DF068C3}"/>
          </ac:spMkLst>
        </pc:spChg>
        <pc:spChg chg="add del">
          <ac:chgData name="Ignacio Chávez" userId="d353ee6327d66adc" providerId="LiveId" clId="{F698D85C-F0FB-48DB-AD36-3C19477DF36D}" dt="2023-10-04T21:52:40.332" v="1739" actId="26606"/>
          <ac:spMkLst>
            <pc:docMk/>
            <pc:sldMk cId="1491604053" sldId="256"/>
            <ac:spMk id="64" creationId="{DD0F2B3F-DC55-4FA7-B667-1ACD07920937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68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69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70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71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72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73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491604053" sldId="256"/>
            <ac:spMk id="74" creationId="{15BBD2C1-BA9B-46A9-A27A-33498B169272}"/>
          </ac:spMkLst>
        </pc:spChg>
        <pc:grpChg chg="add del">
          <ac:chgData name="Ignacio Chávez" userId="d353ee6327d66adc" providerId="LiveId" clId="{F698D85C-F0FB-48DB-AD36-3C19477DF36D}" dt="2023-10-03T23:40:53.864" v="818" actId="26606"/>
          <ac:grpSpMkLst>
            <pc:docMk/>
            <pc:sldMk cId="1491604053" sldId="256"/>
            <ac:grpSpMk id="10" creationId="{CEEA9366-CEA8-4F23-B065-4337F0D836FE}"/>
          </ac:grpSpMkLst>
        </pc:grpChg>
        <pc:picChg chg="add mod">
          <ac:chgData name="Ignacio Chávez" userId="d353ee6327d66adc" providerId="LiveId" clId="{F698D85C-F0FB-48DB-AD36-3C19477DF36D}" dt="2023-10-04T21:58:44.566" v="1969" actId="1076"/>
          <ac:picMkLst>
            <pc:docMk/>
            <pc:sldMk cId="1491604053" sldId="256"/>
            <ac:picMk id="5" creationId="{40F0F816-AB59-7F3F-3052-CF8BA458D8EB}"/>
          </ac:picMkLst>
        </pc:picChg>
        <pc:cxnChg chg="add del">
          <ac:chgData name="Ignacio Chávez" userId="d353ee6327d66adc" providerId="LiveId" clId="{F698D85C-F0FB-48DB-AD36-3C19477DF36D}" dt="2023-10-04T21:52:40.374" v="1740" actId="26606"/>
          <ac:cxnSpMkLst>
            <pc:docMk/>
            <pc:sldMk cId="1491604053" sldId="256"/>
            <ac:cxnSpMk id="23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21:52:40.374" v="1740" actId="26606"/>
          <ac:cxnSpMkLst>
            <pc:docMk/>
            <pc:sldMk cId="1491604053" sldId="256"/>
            <ac:cxnSpMk id="25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3T23:40:47.391" v="814" actId="26606"/>
          <ac:cxnSpMkLst>
            <pc:docMk/>
            <pc:sldMk cId="1491604053" sldId="256"/>
            <ac:cxnSpMk id="28" creationId="{D02CF681-4765-4E88-802F-B2474DCD516A}"/>
          </ac:cxnSpMkLst>
        </pc:cxnChg>
        <pc:cxnChg chg="add del">
          <ac:chgData name="Ignacio Chávez" userId="d353ee6327d66adc" providerId="LiveId" clId="{F698D85C-F0FB-48DB-AD36-3C19477DF36D}" dt="2023-10-03T23:40:47.391" v="814" actId="26606"/>
          <ac:cxnSpMkLst>
            <pc:docMk/>
            <pc:sldMk cId="1491604053" sldId="256"/>
            <ac:cxnSpMk id="30" creationId="{3D57B2BA-243C-45C7-A5D8-46CA719437FC}"/>
          </ac:cxnSpMkLst>
        </pc:cxnChg>
        <pc:cxnChg chg="add del">
          <ac:chgData name="Ignacio Chávez" userId="d353ee6327d66adc" providerId="LiveId" clId="{F698D85C-F0FB-48DB-AD36-3C19477DF36D}" dt="2023-10-04T21:52:40.332" v="1739" actId="26606"/>
          <ac:cxnSpMkLst>
            <pc:docMk/>
            <pc:sldMk cId="1491604053" sldId="256"/>
            <ac:cxnSpMk id="48" creationId="{D02CF681-4765-4E88-802F-B2474DCD516A}"/>
          </ac:cxnSpMkLst>
        </pc:cxnChg>
        <pc:cxnChg chg="add del">
          <ac:chgData name="Ignacio Chávez" userId="d353ee6327d66adc" providerId="LiveId" clId="{F698D85C-F0FB-48DB-AD36-3C19477DF36D}" dt="2023-10-04T21:52:40.332" v="1739" actId="26606"/>
          <ac:cxnSpMkLst>
            <pc:docMk/>
            <pc:sldMk cId="1491604053" sldId="256"/>
            <ac:cxnSpMk id="50" creationId="{3D57B2BA-243C-45C7-A5D8-46CA719437FC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491604053" sldId="256"/>
            <ac:cxnSpMk id="66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491604053" sldId="256"/>
            <ac:cxnSpMk id="67" creationId="{F8A9B20B-D1DD-4573-B5EC-558029519236}"/>
          </ac:cxnSpMkLst>
        </pc:cxnChg>
      </pc:sldChg>
      <pc:sldChg chg="addSp delSp modSp mod">
        <pc:chgData name="Ignacio Chávez" userId="d353ee6327d66adc" providerId="LiveId" clId="{F698D85C-F0FB-48DB-AD36-3C19477DF36D}" dt="2023-10-04T22:31:17.201" v="2045"/>
        <pc:sldMkLst>
          <pc:docMk/>
          <pc:sldMk cId="3452341308" sldId="257"/>
        </pc:sldMkLst>
        <pc:spChg chg="mod">
          <ac:chgData name="Ignacio Chávez" userId="d353ee6327d66adc" providerId="LiveId" clId="{F698D85C-F0FB-48DB-AD36-3C19477DF36D}" dt="2023-10-04T22:31:17.201" v="2045"/>
          <ac:spMkLst>
            <pc:docMk/>
            <pc:sldMk cId="3452341308" sldId="257"/>
            <ac:spMk id="2" creationId="{42FCCE4D-2739-6FDD-6707-5D5C1EBF3638}"/>
          </ac:spMkLst>
        </pc:spChg>
        <pc:spChg chg="mod">
          <ac:chgData name="Ignacio Chávez" userId="d353ee6327d66adc" providerId="LiveId" clId="{F698D85C-F0FB-48DB-AD36-3C19477DF36D}" dt="2023-10-04T22:31:17.201" v="2045"/>
          <ac:spMkLst>
            <pc:docMk/>
            <pc:sldMk cId="3452341308" sldId="257"/>
            <ac:spMk id="3" creationId="{4C0187AE-06F4-2278-135B-79CB909D3131}"/>
          </ac:spMkLst>
        </pc:spChg>
        <pc:picChg chg="add del mod">
          <ac:chgData name="Ignacio Chávez" userId="d353ee6327d66adc" providerId="LiveId" clId="{F698D85C-F0FB-48DB-AD36-3C19477DF36D}" dt="2023-10-04T22:21:41.596" v="1993" actId="34307"/>
          <ac:picMkLst>
            <pc:docMk/>
            <pc:sldMk cId="3452341308" sldId="257"/>
            <ac:picMk id="4" creationId="{397CC35C-3356-19E5-9790-0E64109BED64}"/>
          </ac:picMkLst>
        </pc:picChg>
      </pc:sldChg>
      <pc:sldChg chg="addSp delSp modSp mod delDesignElem">
        <pc:chgData name="Ignacio Chávez" userId="d353ee6327d66adc" providerId="LiveId" clId="{F698D85C-F0FB-48DB-AD36-3C19477DF36D}" dt="2023-10-04T22:22:57.637" v="2018" actId="27636"/>
        <pc:sldMkLst>
          <pc:docMk/>
          <pc:sldMk cId="1069257618" sldId="258"/>
        </pc:sldMkLst>
        <pc:spChg chg="mod">
          <ac:chgData name="Ignacio Chávez" userId="d353ee6327d66adc" providerId="LiveId" clId="{F698D85C-F0FB-48DB-AD36-3C19477DF36D}" dt="2023-10-04T22:22:57.629" v="2017" actId="27636"/>
          <ac:spMkLst>
            <pc:docMk/>
            <pc:sldMk cId="1069257618" sldId="258"/>
            <ac:spMk id="2" creationId="{D377643B-BB19-CC75-1F88-C1DFB1A544CE}"/>
          </ac:spMkLst>
        </pc:spChg>
        <pc:spChg chg="mod">
          <ac:chgData name="Ignacio Chávez" userId="d353ee6327d66adc" providerId="LiveId" clId="{F698D85C-F0FB-48DB-AD36-3C19477DF36D}" dt="2023-10-04T22:22:57.637" v="2018" actId="27636"/>
          <ac:spMkLst>
            <pc:docMk/>
            <pc:sldMk cId="1069257618" sldId="258"/>
            <ac:spMk id="9" creationId="{8F503A41-C1DF-6BDB-092C-4E3DE6F55AD2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21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23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25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27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29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31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3T22:47:53.835" v="12" actId="26606"/>
          <ac:spMkLst>
            <pc:docMk/>
            <pc:sldMk cId="1069257618" sldId="258"/>
            <ac:spMk id="33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3T22:47:53.793" v="11" actId="26606"/>
          <ac:spMkLst>
            <pc:docMk/>
            <pc:sldMk cId="1069257618" sldId="258"/>
            <ac:spMk id="35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41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42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43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44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45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46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47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48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49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50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51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52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069257618" sldId="258"/>
            <ac:spMk id="53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3T22:47:44.954" v="1" actId="26606"/>
          <ac:spMkLst>
            <pc:docMk/>
            <pc:sldMk cId="1069257618" sldId="258"/>
            <ac:spMk id="54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3T22:47:47.005" v="3" actId="26606"/>
          <ac:spMkLst>
            <pc:docMk/>
            <pc:sldMk cId="1069257618" sldId="258"/>
            <ac:spMk id="56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0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1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2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3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4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5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3T22:47:49.374" v="5" actId="26606"/>
          <ac:spMkLst>
            <pc:docMk/>
            <pc:sldMk cId="1069257618" sldId="258"/>
            <ac:spMk id="66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3T22:47:50.081" v="7" actId="26606"/>
          <ac:spMkLst>
            <pc:docMk/>
            <pc:sldMk cId="1069257618" sldId="258"/>
            <ac:spMk id="68" creationId="{3BCB5F6A-9EB0-40B0-9D13-3023E9A20508}"/>
          </ac:spMkLst>
        </pc:spChg>
        <pc:picChg chg="mod ord">
          <ac:chgData name="Ignacio Chávez" userId="d353ee6327d66adc" providerId="LiveId" clId="{F698D85C-F0FB-48DB-AD36-3C19477DF36D}" dt="2023-10-03T22:47:53.793" v="11" actId="26606"/>
          <ac:picMkLst>
            <pc:docMk/>
            <pc:sldMk cId="1069257618" sldId="258"/>
            <ac:picMk id="5" creationId="{0E1EAF84-DD5E-5246-B1FC-4FE75DD0BD49}"/>
          </ac:picMkLst>
        </pc:picChg>
        <pc:cxnChg chg="add del">
          <ac:chgData name="Ignacio Chávez" userId="d353ee6327d66adc" providerId="LiveId" clId="{F698D85C-F0FB-48DB-AD36-3C19477DF36D}" dt="2023-10-03T22:47:53.835" v="12" actId="26606"/>
          <ac:cxnSpMkLst>
            <pc:docMk/>
            <pc:sldMk cId="1069257618" sldId="258"/>
            <ac:cxnSpMk id="17" creationId="{64FA5DFF-7FE6-4855-84E6-DFA78EE978BD}"/>
          </ac:cxnSpMkLst>
        </pc:cxnChg>
        <pc:cxnChg chg="add del">
          <ac:chgData name="Ignacio Chávez" userId="d353ee6327d66adc" providerId="LiveId" clId="{F698D85C-F0FB-48DB-AD36-3C19477DF36D}" dt="2023-10-03T22:47:53.835" v="12" actId="26606"/>
          <ac:cxnSpMkLst>
            <pc:docMk/>
            <pc:sldMk cId="1069257618" sldId="258"/>
            <ac:cxnSpMk id="19" creationId="{2AFD8CBA-54A3-4363-991B-B9C631BBFA74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069257618" sldId="258"/>
            <ac:cxnSpMk id="37" creationId="{64FA5DFF-7FE6-4855-84E6-DFA78EE978BD}"/>
          </ac:cxnSpMkLst>
        </pc:cxnChg>
        <pc:cxnChg chg="add del">
          <ac:chgData name="Ignacio Chávez" userId="d353ee6327d66adc" providerId="LiveId" clId="{F698D85C-F0FB-48DB-AD36-3C19477DF36D}" dt="2023-10-03T22:47:44.954" v="1" actId="26606"/>
          <ac:cxnSpMkLst>
            <pc:docMk/>
            <pc:sldMk cId="1069257618" sldId="258"/>
            <ac:cxnSpMk id="38" creationId="{64FA5DFF-7FE6-4855-84E6-DFA78EE978BD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069257618" sldId="258"/>
            <ac:cxnSpMk id="39" creationId="{2AFD8CBA-54A3-4363-991B-B9C631BBFA74}"/>
          </ac:cxnSpMkLst>
        </pc:cxnChg>
        <pc:cxnChg chg="add del">
          <ac:chgData name="Ignacio Chávez" userId="d353ee6327d66adc" providerId="LiveId" clId="{F698D85C-F0FB-48DB-AD36-3C19477DF36D}" dt="2023-10-03T22:47:44.954" v="1" actId="26606"/>
          <ac:cxnSpMkLst>
            <pc:docMk/>
            <pc:sldMk cId="1069257618" sldId="258"/>
            <ac:cxnSpMk id="40" creationId="{2AFD8CBA-54A3-4363-991B-B9C631BBFA74}"/>
          </ac:cxnSpMkLst>
        </pc:cxnChg>
        <pc:cxnChg chg="add del">
          <ac:chgData name="Ignacio Chávez" userId="d353ee6327d66adc" providerId="LiveId" clId="{F698D85C-F0FB-48DB-AD36-3C19477DF36D}" dt="2023-10-03T22:47:49.374" v="5" actId="26606"/>
          <ac:cxnSpMkLst>
            <pc:docMk/>
            <pc:sldMk cId="1069257618" sldId="258"/>
            <ac:cxnSpMk id="58" creationId="{64FA5DFF-7FE6-4855-84E6-DFA78EE978BD}"/>
          </ac:cxnSpMkLst>
        </pc:cxnChg>
        <pc:cxnChg chg="add del">
          <ac:chgData name="Ignacio Chávez" userId="d353ee6327d66adc" providerId="LiveId" clId="{F698D85C-F0FB-48DB-AD36-3C19477DF36D}" dt="2023-10-03T22:47:49.374" v="5" actId="26606"/>
          <ac:cxnSpMkLst>
            <pc:docMk/>
            <pc:sldMk cId="1069257618" sldId="258"/>
            <ac:cxnSpMk id="59" creationId="{2AFD8CBA-54A3-4363-991B-B9C631BBFA74}"/>
          </ac:cxnSpMkLst>
        </pc:cxnChg>
      </pc:sldChg>
      <pc:sldChg chg="addSp delSp modSp mod setBg setClrOvrMap delDesignElem">
        <pc:chgData name="Ignacio Chávez" userId="d353ee6327d66adc" providerId="LiveId" clId="{F698D85C-F0FB-48DB-AD36-3C19477DF36D}" dt="2023-10-04T22:56:49.570" v="3044" actId="20577"/>
        <pc:sldMkLst>
          <pc:docMk/>
          <pc:sldMk cId="1195569867" sldId="259"/>
        </pc:sldMkLst>
        <pc:spChg chg="mod">
          <ac:chgData name="Ignacio Chávez" userId="d353ee6327d66adc" providerId="LiveId" clId="{F698D85C-F0FB-48DB-AD36-3C19477DF36D}" dt="2023-10-04T22:56:49.570" v="3044" actId="20577"/>
          <ac:spMkLst>
            <pc:docMk/>
            <pc:sldMk cId="1195569867" sldId="259"/>
            <ac:spMk id="2" creationId="{901B80D9-3A62-7DD6-98B5-21746B3ECEAA}"/>
          </ac:spMkLst>
        </pc:spChg>
        <pc:spChg chg="mod">
          <ac:chgData name="Ignacio Chávez" userId="d353ee6327d66adc" providerId="LiveId" clId="{F698D85C-F0FB-48DB-AD36-3C19477DF36D}" dt="2023-10-03T22:57:08.569" v="229" actId="26606"/>
          <ac:spMkLst>
            <pc:docMk/>
            <pc:sldMk cId="1195569867" sldId="259"/>
            <ac:spMk id="3" creationId="{7AA0DC05-C731-AAC0-DADA-9DB06A654032}"/>
          </ac:spMkLst>
        </pc:spChg>
        <pc:spChg chg="add del">
          <ac:chgData name="Ignacio Chávez" userId="d353ee6327d66adc" providerId="LiveId" clId="{F698D85C-F0FB-48DB-AD36-3C19477DF36D}" dt="2023-10-03T22:48:42.361" v="16" actId="26606"/>
          <ac:spMkLst>
            <pc:docMk/>
            <pc:sldMk cId="1195569867" sldId="259"/>
            <ac:spMk id="9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13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15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17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19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21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23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3T22:48:44.420" v="18" actId="26606"/>
          <ac:spMkLst>
            <pc:docMk/>
            <pc:sldMk cId="1195569867" sldId="259"/>
            <ac:spMk id="25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3T23:46:52.851" v="821" actId="26606"/>
          <ac:spMkLst>
            <pc:docMk/>
            <pc:sldMk cId="1195569867" sldId="259"/>
            <ac:spMk id="28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195569867" sldId="259"/>
            <ac:spMk id="34" creationId="{3BCB5F6A-9EB0-40B0-9D13-3023E9A20508}"/>
          </ac:spMkLst>
        </pc:spChg>
        <pc:picChg chg="add del">
          <ac:chgData name="Ignacio Chávez" userId="d353ee6327d66adc" providerId="LiveId" clId="{F698D85C-F0FB-48DB-AD36-3C19477DF36D}" dt="2023-10-03T22:48:42.361" v="16" actId="26606"/>
          <ac:picMkLst>
            <pc:docMk/>
            <pc:sldMk cId="1195569867" sldId="259"/>
            <ac:picMk id="5" creationId="{44F2F2F7-2184-06B4-BEE7-560949F84706}"/>
          </ac:picMkLst>
        </pc:picChg>
        <pc:picChg chg="add del">
          <ac:chgData name="Ignacio Chávez" userId="d353ee6327d66adc" providerId="LiveId" clId="{F698D85C-F0FB-48DB-AD36-3C19477DF36D}" dt="2023-10-03T22:48:44.420" v="18" actId="26606"/>
          <ac:picMkLst>
            <pc:docMk/>
            <pc:sldMk cId="1195569867" sldId="259"/>
            <ac:picMk id="12" creationId="{50A008C5-A7DA-DF72-5B52-5B914A8B9385}"/>
          </ac:picMkLst>
        </pc:picChg>
        <pc:picChg chg="add del">
          <ac:chgData name="Ignacio Chávez" userId="d353ee6327d66adc" providerId="LiveId" clId="{F698D85C-F0FB-48DB-AD36-3C19477DF36D}" dt="2023-10-03T23:46:45.806" v="820" actId="478"/>
          <ac:picMkLst>
            <pc:docMk/>
            <pc:sldMk cId="1195569867" sldId="259"/>
            <ac:picMk id="27" creationId="{44F2F2F7-2184-06B4-BEE7-560949F84706}"/>
          </ac:picMkLst>
        </pc:picChg>
        <pc:picChg chg="add">
          <ac:chgData name="Ignacio Chávez" userId="d353ee6327d66adc" providerId="LiveId" clId="{F698D85C-F0FB-48DB-AD36-3C19477DF36D}" dt="2023-10-03T23:46:52.851" v="821" actId="26606"/>
          <ac:picMkLst>
            <pc:docMk/>
            <pc:sldMk cId="1195569867" sldId="259"/>
            <ac:picMk id="30" creationId="{A81C610F-1758-BD74-6602-1481729E90DC}"/>
          </ac:picMkLst>
        </pc:picChg>
        <pc:cxnChg chg="add del">
          <ac:chgData name="Ignacio Chávez" userId="d353ee6327d66adc" providerId="LiveId" clId="{F698D85C-F0FB-48DB-AD36-3C19477DF36D}" dt="2023-10-03T22:48:44.420" v="18" actId="26606"/>
          <ac:cxnSpMkLst>
            <pc:docMk/>
            <pc:sldMk cId="1195569867" sldId="259"/>
            <ac:cxnSpMk id="11" creationId="{2AFD8CBA-54A3-4363-991B-B9C631BBFA74}"/>
          </ac:cxnSpMkLst>
        </pc:cxnChg>
        <pc:cxnChg chg="add del">
          <ac:chgData name="Ignacio Chávez" userId="d353ee6327d66adc" providerId="LiveId" clId="{F698D85C-F0FB-48DB-AD36-3C19477DF36D}" dt="2023-10-03T22:48:44.420" v="18" actId="26606"/>
          <ac:cxnSpMkLst>
            <pc:docMk/>
            <pc:sldMk cId="1195569867" sldId="259"/>
            <ac:cxnSpMk id="14" creationId="{64FA5DFF-7FE6-4855-84E6-DFA78EE978BD}"/>
          </ac:cxnSpMkLst>
        </pc:cxnChg>
      </pc:sldChg>
      <pc:sldChg chg="addSp delSp modSp mod setBg setClrOvrMap">
        <pc:chgData name="Ignacio Chávez" userId="d353ee6327d66adc" providerId="LiveId" clId="{F698D85C-F0FB-48DB-AD36-3C19477DF36D}" dt="2023-10-04T22:31:17.201" v="2045"/>
        <pc:sldMkLst>
          <pc:docMk/>
          <pc:sldMk cId="1098678441" sldId="260"/>
        </pc:sldMkLst>
        <pc:spChg chg="mod">
          <ac:chgData name="Ignacio Chávez" userId="d353ee6327d66adc" providerId="LiveId" clId="{F698D85C-F0FB-48DB-AD36-3C19477DF36D}" dt="2023-10-04T22:31:17.201" v="2045"/>
          <ac:spMkLst>
            <pc:docMk/>
            <pc:sldMk cId="1098678441" sldId="260"/>
            <ac:spMk id="2" creationId="{5135CA38-633C-53F8-98C9-308CE63E1879}"/>
          </ac:spMkLst>
        </pc:spChg>
        <pc:spChg chg="mod">
          <ac:chgData name="Ignacio Chávez" userId="d353ee6327d66adc" providerId="LiveId" clId="{F698D85C-F0FB-48DB-AD36-3C19477DF36D}" dt="2023-10-04T22:31:17.201" v="2045"/>
          <ac:spMkLst>
            <pc:docMk/>
            <pc:sldMk cId="1098678441" sldId="260"/>
            <ac:spMk id="3" creationId="{0D69693C-DFD5-A70C-D9DD-1EE927C83DFC}"/>
          </ac:spMkLst>
        </pc:spChg>
        <pc:spChg chg="add del">
          <ac:chgData name="Ignacio Chávez" userId="d353ee6327d66adc" providerId="LiveId" clId="{F698D85C-F0FB-48DB-AD36-3C19477DF36D}" dt="2023-10-03T22:49:26.477" v="21" actId="26606"/>
          <ac:spMkLst>
            <pc:docMk/>
            <pc:sldMk cId="1098678441" sldId="260"/>
            <ac:spMk id="9" creationId="{3BCB5F6A-9EB0-40B0-9D13-3023E9A20508}"/>
          </ac:spMkLst>
        </pc:spChg>
        <pc:picChg chg="add del">
          <ac:chgData name="Ignacio Chávez" userId="d353ee6327d66adc" providerId="LiveId" clId="{F698D85C-F0FB-48DB-AD36-3C19477DF36D}" dt="2023-10-03T22:49:26.477" v="21" actId="26606"/>
          <ac:picMkLst>
            <pc:docMk/>
            <pc:sldMk cId="1098678441" sldId="260"/>
            <ac:picMk id="5" creationId="{CED2AEEC-0684-4286-D6F3-4285EC8FBA27}"/>
          </ac:picMkLst>
        </pc:picChg>
      </pc:sldChg>
      <pc:sldChg chg="addSp delSp modSp mod setBg modClrScheme addAnim delAnim delDesignElem chgLayout">
        <pc:chgData name="Ignacio Chávez" userId="d353ee6327d66adc" providerId="LiveId" clId="{F698D85C-F0FB-48DB-AD36-3C19477DF36D}" dt="2023-10-04T22:22:57.661" v="2019" actId="27636"/>
        <pc:sldMkLst>
          <pc:docMk/>
          <pc:sldMk cId="1839416630" sldId="261"/>
        </pc:sldMkLst>
        <pc:spChg chg="add del mod ord">
          <ac:chgData name="Ignacio Chávez" userId="d353ee6327d66adc" providerId="LiveId" clId="{F698D85C-F0FB-48DB-AD36-3C19477DF36D}" dt="2023-10-03T22:57:15.785" v="241" actId="478"/>
          <ac:spMkLst>
            <pc:docMk/>
            <pc:sldMk cId="1839416630" sldId="261"/>
            <ac:spMk id="2" creationId="{04F1FCDC-A63E-17E2-7C95-893B50EEC4B3}"/>
          </ac:spMkLst>
        </pc:spChg>
        <pc:spChg chg="add del mod ord">
          <ac:chgData name="Ignacio Chávez" userId="d353ee6327d66adc" providerId="LiveId" clId="{F698D85C-F0FB-48DB-AD36-3C19477DF36D}" dt="2023-10-03T22:57:15.785" v="241" actId="478"/>
          <ac:spMkLst>
            <pc:docMk/>
            <pc:sldMk cId="1839416630" sldId="261"/>
            <ac:spMk id="3" creationId="{6CD73C0A-EDC9-3C82-01A0-AFE6A75412BA}"/>
          </ac:spMkLst>
        </pc:spChg>
        <pc:spChg chg="add del mod">
          <ac:chgData name="Ignacio Chávez" userId="d353ee6327d66adc" providerId="LiveId" clId="{F698D85C-F0FB-48DB-AD36-3C19477DF36D}" dt="2023-10-03T22:56:52.612" v="215" actId="478"/>
          <ac:spMkLst>
            <pc:docMk/>
            <pc:sldMk cId="1839416630" sldId="261"/>
            <ac:spMk id="6" creationId="{79FB7116-BF80-A5BC-A128-6956492FB737}"/>
          </ac:spMkLst>
        </pc:spChg>
        <pc:spChg chg="add del">
          <ac:chgData name="Ignacio Chávez" userId="d353ee6327d66adc" providerId="LiveId" clId="{F698D85C-F0FB-48DB-AD36-3C19477DF36D}" dt="2023-10-03T22:53:48.896" v="201" actId="26606"/>
          <ac:spMkLst>
            <pc:docMk/>
            <pc:sldMk cId="1839416630" sldId="261"/>
            <ac:spMk id="9" creationId="{EB6743CF-E74B-4A3C-A785-599069DB89DF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20" creationId="{9179DE42-5613-4B35-A1E6-6CCBAA13C743}"/>
          </ac:spMkLst>
        </pc:spChg>
        <pc:spChg chg="add del mod">
          <ac:chgData name="Ignacio Chávez" userId="d353ee6327d66adc" providerId="LiveId" clId="{F698D85C-F0FB-48DB-AD36-3C19477DF36D}" dt="2023-10-03T22:56:52.612" v="215" actId="478"/>
          <ac:spMkLst>
            <pc:docMk/>
            <pc:sldMk cId="1839416630" sldId="261"/>
            <ac:spMk id="23" creationId="{2C6E6ABD-E023-9612-BAE9-06721AAE6FD3}"/>
          </ac:spMkLst>
        </pc:spChg>
        <pc:spChg chg="add del mod">
          <ac:chgData name="Ignacio Chávez" userId="d353ee6327d66adc" providerId="LiveId" clId="{F698D85C-F0FB-48DB-AD36-3C19477DF36D}" dt="2023-10-03T22:56:34.946" v="211" actId="700"/>
          <ac:spMkLst>
            <pc:docMk/>
            <pc:sldMk cId="1839416630" sldId="261"/>
            <ac:spMk id="25" creationId="{E4EC8026-93A3-412E-F2F1-86AFDD3B9BF1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26" creationId="{52FB45E9-914E-4471-AC87-E475CD51767D}"/>
          </ac:spMkLst>
        </pc:spChg>
        <pc:spChg chg="add del mod">
          <ac:chgData name="Ignacio Chávez" userId="d353ee6327d66adc" providerId="LiveId" clId="{F698D85C-F0FB-48DB-AD36-3C19477DF36D}" dt="2023-10-03T22:56:34.946" v="211" actId="700"/>
          <ac:spMkLst>
            <pc:docMk/>
            <pc:sldMk cId="1839416630" sldId="261"/>
            <ac:spMk id="27" creationId="{6E23FE0F-2459-2560-7601-098D4C72BA92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28" creationId="{C310626D-5743-49D4-8F7D-88C4F8F05774}"/>
          </ac:spMkLst>
        </pc:spChg>
        <pc:spChg chg="add del mod">
          <ac:chgData name="Ignacio Chávez" userId="d353ee6327d66adc" providerId="LiveId" clId="{F698D85C-F0FB-48DB-AD36-3C19477DF36D}" dt="2023-10-03T22:56:34.946" v="211" actId="700"/>
          <ac:spMkLst>
            <pc:docMk/>
            <pc:sldMk cId="1839416630" sldId="261"/>
            <ac:spMk id="29" creationId="{BF9CE145-96D1-0C05-C5B1-E4E8DAC49C27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30" creationId="{3C195FC1-B568-4C72-9902-34CB35DDD7A1}"/>
          </ac:spMkLst>
        </pc:spChg>
        <pc:spChg chg="add del mod">
          <ac:chgData name="Ignacio Chávez" userId="d353ee6327d66adc" providerId="LiveId" clId="{F698D85C-F0FB-48DB-AD36-3C19477DF36D}" dt="2023-10-03T22:56:34.946" v="211" actId="700"/>
          <ac:spMkLst>
            <pc:docMk/>
            <pc:sldMk cId="1839416630" sldId="261"/>
            <ac:spMk id="31" creationId="{A9B30948-E32F-D4D5-7A1D-F1D7EE812E5F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32" creationId="{EF2BDF77-362C-43F0-8CBB-A969EC2AE0C4}"/>
          </ac:spMkLst>
        </pc:spChg>
        <pc:spChg chg="add del mod">
          <ac:chgData name="Ignacio Chávez" userId="d353ee6327d66adc" providerId="LiveId" clId="{F698D85C-F0FB-48DB-AD36-3C19477DF36D}" dt="2023-10-03T22:56:34.946" v="211" actId="700"/>
          <ac:spMkLst>
            <pc:docMk/>
            <pc:sldMk cId="1839416630" sldId="261"/>
            <ac:spMk id="33" creationId="{F1D18E25-814C-AD63-AB28-E687B706AF94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34" creationId="{4BE96B01-3929-432D-B8C2-ADBCB74C2EF4}"/>
          </ac:spMkLst>
        </pc:spChg>
        <pc:spChg chg="add del mod">
          <ac:chgData name="Ignacio Chávez" userId="d353ee6327d66adc" providerId="LiveId" clId="{F698D85C-F0FB-48DB-AD36-3C19477DF36D}" dt="2023-10-03T22:56:51.666" v="213" actId="700"/>
          <ac:spMkLst>
            <pc:docMk/>
            <pc:sldMk cId="1839416630" sldId="261"/>
            <ac:spMk id="35" creationId="{E895416D-3344-02DD-CA55-30FAD32E2569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36" creationId="{2A6FCDE6-CDE2-4C51-B18E-A95CFB679714}"/>
          </ac:spMkLst>
        </pc:spChg>
        <pc:spChg chg="add del mod">
          <ac:chgData name="Ignacio Chávez" userId="d353ee6327d66adc" providerId="LiveId" clId="{F698D85C-F0FB-48DB-AD36-3C19477DF36D}" dt="2023-10-03T22:56:51.666" v="213" actId="700"/>
          <ac:spMkLst>
            <pc:docMk/>
            <pc:sldMk cId="1839416630" sldId="261"/>
            <ac:spMk id="37" creationId="{8AAB9417-7BA7-40A8-C5D9-F3A586F3ABD9}"/>
          </ac:spMkLst>
        </pc:spChg>
        <pc:spChg chg="add del">
          <ac:chgData name="Ignacio Chávez" userId="d353ee6327d66adc" providerId="LiveId" clId="{F698D85C-F0FB-48DB-AD36-3C19477DF36D}" dt="2023-10-03T22:53:55.572" v="203" actId="26606"/>
          <ac:spMkLst>
            <pc:docMk/>
            <pc:sldMk cId="1839416630" sldId="261"/>
            <ac:spMk id="38" creationId="{9D2E8756-2465-473A-BA2A-2DB1D6224745}"/>
          </ac:spMkLst>
        </pc:spChg>
        <pc:spChg chg="add del mod">
          <ac:chgData name="Ignacio Chávez" userId="d353ee6327d66adc" providerId="LiveId" clId="{F698D85C-F0FB-48DB-AD36-3C19477DF36D}" dt="2023-10-03T22:56:51.666" v="213" actId="700"/>
          <ac:spMkLst>
            <pc:docMk/>
            <pc:sldMk cId="1839416630" sldId="261"/>
            <ac:spMk id="39" creationId="{1A7488DE-5BBF-82E5-CAF1-AB9F30F1581F}"/>
          </ac:spMkLst>
        </pc:spChg>
        <pc:spChg chg="add del">
          <ac:chgData name="Ignacio Chávez" userId="d353ee6327d66adc" providerId="LiveId" clId="{F698D85C-F0FB-48DB-AD36-3C19477DF36D}" dt="2023-10-03T22:55:06.454" v="207" actId="26606"/>
          <ac:spMkLst>
            <pc:docMk/>
            <pc:sldMk cId="1839416630" sldId="261"/>
            <ac:spMk id="41" creationId="{EB6743CF-E74B-4A3C-A785-599069DB89DF}"/>
          </ac:spMkLst>
        </pc:spChg>
        <pc:spChg chg="add del mod">
          <ac:chgData name="Ignacio Chávez" userId="d353ee6327d66adc" providerId="LiveId" clId="{F698D85C-F0FB-48DB-AD36-3C19477DF36D}" dt="2023-10-03T22:57:18.671" v="242" actId="478"/>
          <ac:spMkLst>
            <pc:docMk/>
            <pc:sldMk cId="1839416630" sldId="261"/>
            <ac:spMk id="43" creationId="{E4E3B1E4-B3A7-A363-1BF4-7AAD3681441C}"/>
          </ac:spMkLst>
        </pc:spChg>
        <pc:spChg chg="add del mod">
          <ac:chgData name="Ignacio Chávez" userId="d353ee6327d66adc" providerId="LiveId" clId="{F698D85C-F0FB-48DB-AD36-3C19477DF36D}" dt="2023-10-03T22:57:18.671" v="242" actId="478"/>
          <ac:spMkLst>
            <pc:docMk/>
            <pc:sldMk cId="1839416630" sldId="261"/>
            <ac:spMk id="45" creationId="{FB4A6837-EA22-0DC6-D681-EEDC8818665E}"/>
          </ac:spMkLst>
        </pc:spChg>
        <pc:spChg chg="add mod">
          <ac:chgData name="Ignacio Chávez" userId="d353ee6327d66adc" providerId="LiveId" clId="{F698D85C-F0FB-48DB-AD36-3C19477DF36D}" dt="2023-10-04T22:22:57.661" v="2019" actId="27636"/>
          <ac:spMkLst>
            <pc:docMk/>
            <pc:sldMk cId="1839416630" sldId="261"/>
            <ac:spMk id="46" creationId="{D0DEB2E7-7FA4-6081-5092-354B57203E04}"/>
          </ac:spMkLst>
        </pc:spChg>
        <pc:spChg chg="add del mod">
          <ac:chgData name="Ignacio Chávez" userId="d353ee6327d66adc" providerId="LiveId" clId="{F698D85C-F0FB-48DB-AD36-3C19477DF36D}" dt="2023-10-03T23:26:20.304" v="402" actId="478"/>
          <ac:spMkLst>
            <pc:docMk/>
            <pc:sldMk cId="1839416630" sldId="261"/>
            <ac:spMk id="47" creationId="{DC80BBCB-B008-D78B-F791-E4E05CEDE908}"/>
          </ac:spMkLst>
        </pc:spChg>
        <pc:spChg chg="add del mod">
          <ac:chgData name="Ignacio Chávez" userId="d353ee6327d66adc" providerId="LiveId" clId="{F698D85C-F0FB-48DB-AD36-3C19477DF36D}" dt="2023-10-03T23:01:37.187" v="346" actId="931"/>
          <ac:spMkLst>
            <pc:docMk/>
            <pc:sldMk cId="1839416630" sldId="261"/>
            <ac:spMk id="48" creationId="{D0509A0F-1D2D-0797-DB4A-4375986EBB84}"/>
          </ac:spMkLst>
        </pc:spChg>
        <pc:spChg chg="add del mod">
          <ac:chgData name="Ignacio Chávez" userId="d353ee6327d66adc" providerId="LiveId" clId="{F698D85C-F0FB-48DB-AD36-3C19477DF36D}" dt="2023-10-03T23:07:09.462" v="363" actId="931"/>
          <ac:spMkLst>
            <pc:docMk/>
            <pc:sldMk cId="1839416630" sldId="261"/>
            <ac:spMk id="52" creationId="{DCAEF485-57C3-2D71-D4D8-97661F88288E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75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81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85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87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89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91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93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94" creationId="{F5F0CD5C-72F3-4090-8A69-8E15CB432AC2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95" creationId="{DD0F2B3F-DC55-4FA7-B667-1ACD07920937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96" creationId="{217496A2-9394-4FB7-BA0E-717D2D2E7A43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99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3T23:05:51.850" v="359" actId="26606"/>
          <ac:spMkLst>
            <pc:docMk/>
            <pc:sldMk cId="1839416630" sldId="261"/>
            <ac:spMk id="100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1" creationId="{67374FB5-CBB7-46FF-95B5-2251BC6856ED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3" creationId="{34BCEAB7-D9E0-40A4-9254-8593BD346EAB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4" creationId="{D567A354-BB63-405C-8E5F-2F510E670F16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5" creationId="{9185A8D7-2F20-4F7A-97BE-21DB1654C7F7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6" creationId="{CB65BD56-22B3-4E13-BFCA-B8E8BEB92D6C}"/>
          </ac:spMkLst>
        </pc:spChg>
        <pc:spChg chg="add del">
          <ac:chgData name="Ignacio Chávez" userId="d353ee6327d66adc" providerId="LiveId" clId="{F698D85C-F0FB-48DB-AD36-3C19477DF36D}" dt="2023-10-03T23:07:59.472" v="372" actId="26606"/>
          <ac:spMkLst>
            <pc:docMk/>
            <pc:sldMk cId="1839416630" sldId="261"/>
            <ac:spMk id="107" creationId="{6790ED68-BCA0-4247-A72F-1CB85DF068C3}"/>
          </ac:spMkLst>
        </pc:spChg>
        <pc:spChg chg="add del mod">
          <ac:chgData name="Ignacio Chávez" userId="d353ee6327d66adc" providerId="LiveId" clId="{F698D85C-F0FB-48DB-AD36-3C19477DF36D}" dt="2023-10-03T23:26:30.485" v="403" actId="21"/>
          <ac:spMkLst>
            <pc:docMk/>
            <pc:sldMk cId="1839416630" sldId="261"/>
            <ac:spMk id="108" creationId="{6D758B64-515A-0F7D-1905-8C72A09B8B66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3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4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5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6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7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8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3T23:08:00.624" v="374" actId="26606"/>
          <ac:spMkLst>
            <pc:docMk/>
            <pc:sldMk cId="1839416630" sldId="261"/>
            <ac:spMk id="119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33" creationId="{F5F0CD5C-72F3-4090-8A69-8E15CB432AC2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34" creationId="{217496A2-9394-4FB7-BA0E-717D2D2E7A43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37" creationId="{67374FB5-CBB7-46FF-95B5-2251BC6856ED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38" creationId="{34BCEAB7-D9E0-40A4-9254-8593BD346EAB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39" creationId="{D567A354-BB63-405C-8E5F-2F510E670F16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40" creationId="{9185A8D7-2F20-4F7A-97BE-21DB1654C7F7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41" creationId="{CB65BD56-22B3-4E13-BFCA-B8E8BEB92D6C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42" creationId="{6790ED68-BCA0-4247-A72F-1CB85DF068C3}"/>
          </ac:spMkLst>
        </pc:spChg>
        <pc:spChg chg="add del">
          <ac:chgData name="Ignacio Chávez" userId="d353ee6327d66adc" providerId="LiveId" clId="{F698D85C-F0FB-48DB-AD36-3C19477DF36D}" dt="2023-10-03T23:08:09.251" v="379" actId="26606"/>
          <ac:spMkLst>
            <pc:docMk/>
            <pc:sldMk cId="1839416630" sldId="261"/>
            <ac:spMk id="143" creationId="{DD0F2B3F-DC55-4FA7-B667-1ACD07920937}"/>
          </ac:spMkLst>
        </pc:spChg>
        <pc:grpChg chg="add del">
          <ac:chgData name="Ignacio Chávez" userId="d353ee6327d66adc" providerId="LiveId" clId="{F698D85C-F0FB-48DB-AD36-3C19477DF36D}" dt="2023-10-03T22:53:55.572" v="203" actId="26606"/>
          <ac:grpSpMkLst>
            <pc:docMk/>
            <pc:sldMk cId="1839416630" sldId="261"/>
            <ac:grpSpMk id="8" creationId="{28460BD8-AE3F-4AC9-9D0B-717052AA5D3A}"/>
          </ac:grpSpMkLst>
        </pc:grpChg>
        <pc:grpChg chg="add del">
          <ac:chgData name="Ignacio Chávez" userId="d353ee6327d66adc" providerId="LiveId" clId="{F698D85C-F0FB-48DB-AD36-3C19477DF36D}" dt="2023-10-03T23:05:42.045" v="353" actId="26606"/>
          <ac:grpSpMkLst>
            <pc:docMk/>
            <pc:sldMk cId="1839416630" sldId="261"/>
            <ac:grpSpMk id="6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7:50.846" v="369" actId="26606"/>
          <ac:grpSpMkLst>
            <pc:docMk/>
            <pc:sldMk cId="1839416630" sldId="261"/>
            <ac:grpSpMk id="63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5:43.317" v="355" actId="26606"/>
          <ac:grpSpMkLst>
            <pc:docMk/>
            <pc:sldMk cId="1839416630" sldId="261"/>
            <ac:grpSpMk id="73" creationId="{B4DE830A-B531-4A3B-96F6-0ECE88B08555}"/>
          </ac:grpSpMkLst>
        </pc:grpChg>
        <pc:grpChg chg="add del">
          <ac:chgData name="Ignacio Chávez" userId="d353ee6327d66adc" providerId="LiveId" clId="{F698D85C-F0FB-48DB-AD36-3C19477DF36D}" dt="2023-10-03T23:07:59.472" v="372" actId="26606"/>
          <ac:grpSpMkLst>
            <pc:docMk/>
            <pc:sldMk cId="1839416630" sldId="261"/>
            <ac:grpSpMk id="74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5:47.329" v="357" actId="26606"/>
          <ac:grpSpMkLst>
            <pc:docMk/>
            <pc:sldMk cId="1839416630" sldId="261"/>
            <ac:grpSpMk id="83" creationId="{B4DE830A-B531-4A3B-96F6-0ECE88B08555}"/>
          </ac:grpSpMkLst>
        </pc:grpChg>
        <pc:grpChg chg="add del">
          <ac:chgData name="Ignacio Chávez" userId="d353ee6327d66adc" providerId="LiveId" clId="{F698D85C-F0FB-48DB-AD36-3C19477DF36D}" dt="2023-10-03T23:05:51.850" v="359" actId="26606"/>
          <ac:grpSpMkLst>
            <pc:docMk/>
            <pc:sldMk cId="1839416630" sldId="261"/>
            <ac:grpSpMk id="86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5:57.001" v="361" actId="26606"/>
          <ac:grpSpMkLst>
            <pc:docMk/>
            <pc:sldMk cId="1839416630" sldId="261"/>
            <ac:grpSpMk id="102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8:00.624" v="374" actId="26606"/>
          <ac:grpSpMkLst>
            <pc:docMk/>
            <pc:sldMk cId="1839416630" sldId="261"/>
            <ac:grpSpMk id="109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8:03.633" v="376" actId="26606"/>
          <ac:grpSpMkLst>
            <pc:docMk/>
            <pc:sldMk cId="1839416630" sldId="261"/>
            <ac:grpSpMk id="12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08:09.251" v="379" actId="26606"/>
          <ac:grpSpMkLst>
            <pc:docMk/>
            <pc:sldMk cId="1839416630" sldId="261"/>
            <ac:grpSpMk id="13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1839416630" sldId="261"/>
            <ac:grpSpMk id="145" creationId="{88C9B83F-64CD-41C1-925F-A08801FFD0BD}"/>
          </ac:grpSpMkLst>
        </pc:grpChg>
        <pc:picChg chg="add del">
          <ac:chgData name="Ignacio Chávez" userId="d353ee6327d66adc" providerId="LiveId" clId="{F698D85C-F0FB-48DB-AD36-3C19477DF36D}" dt="2023-10-03T22:53:48.896" v="201" actId="26606"/>
          <ac:picMkLst>
            <pc:docMk/>
            <pc:sldMk cId="1839416630" sldId="261"/>
            <ac:picMk id="5" creationId="{8BC54DAC-66A2-E805-7B93-6DF10AB64A37}"/>
          </ac:picMkLst>
        </pc:picChg>
        <pc:picChg chg="add del">
          <ac:chgData name="Ignacio Chávez" userId="d353ee6327d66adc" providerId="LiveId" clId="{F698D85C-F0FB-48DB-AD36-3C19477DF36D}" dt="2023-10-03T22:55:06.454" v="207" actId="26606"/>
          <ac:picMkLst>
            <pc:docMk/>
            <pc:sldMk cId="1839416630" sldId="261"/>
            <ac:picMk id="40" creationId="{8BC54DAC-66A2-E805-7B93-6DF10AB64A37}"/>
          </ac:picMkLst>
        </pc:picChg>
        <pc:picChg chg="add del mod">
          <ac:chgData name="Ignacio Chávez" userId="d353ee6327d66adc" providerId="LiveId" clId="{F698D85C-F0FB-48DB-AD36-3C19477DF36D}" dt="2023-10-03T23:01:50.441" v="347" actId="478"/>
          <ac:picMkLst>
            <pc:docMk/>
            <pc:sldMk cId="1839416630" sldId="261"/>
            <ac:picMk id="50" creationId="{631BCAE6-2220-E1D9-96FD-DFA8A0242E11}"/>
          </ac:picMkLst>
        </pc:picChg>
        <pc:picChg chg="add del mod">
          <ac:chgData name="Ignacio Chávez" userId="d353ee6327d66adc" providerId="LiveId" clId="{F698D85C-F0FB-48DB-AD36-3C19477DF36D}" dt="2023-10-03T23:02:46.665" v="349" actId="931"/>
          <ac:picMkLst>
            <pc:docMk/>
            <pc:sldMk cId="1839416630" sldId="261"/>
            <ac:picMk id="54" creationId="{33ADF225-8670-636F-BFE8-DFA5B6D95181}"/>
          </ac:picMkLst>
        </pc:picChg>
        <pc:picChg chg="add del mod ord">
          <ac:chgData name="Ignacio Chávez" userId="d353ee6327d66adc" providerId="LiveId" clId="{F698D85C-F0FB-48DB-AD36-3C19477DF36D}" dt="2023-10-03T23:05:57.543" v="362" actId="931"/>
          <ac:picMkLst>
            <pc:docMk/>
            <pc:sldMk cId="1839416630" sldId="261"/>
            <ac:picMk id="56" creationId="{7BCF5147-7E30-1603-1E19-90E686C1C7C9}"/>
          </ac:picMkLst>
        </pc:picChg>
        <pc:picChg chg="add mod ord">
          <ac:chgData name="Ignacio Chávez" userId="d353ee6327d66adc" providerId="LiveId" clId="{F698D85C-F0FB-48DB-AD36-3C19477DF36D}" dt="2023-10-03T23:08:09.264" v="380" actId="26606"/>
          <ac:picMkLst>
            <pc:docMk/>
            <pc:sldMk cId="1839416630" sldId="261"/>
            <ac:picMk id="58" creationId="{566359A7-2AEB-3723-59B1-234D769C51F2}"/>
          </ac:picMkLst>
        </pc:picChg>
        <pc:cxnChg chg="add del">
          <ac:chgData name="Ignacio Chávez" userId="d353ee6327d66adc" providerId="LiveId" clId="{F698D85C-F0FB-48DB-AD36-3C19477DF36D}" dt="2023-10-03T22:53:55.572" v="203" actId="26606"/>
          <ac:cxnSpMkLst>
            <pc:docMk/>
            <pc:sldMk cId="1839416630" sldId="261"/>
            <ac:cxnSpMk id="22" creationId="{EB898B32-3891-4C3A-8F58-C5969D2E9033}"/>
          </ac:cxnSpMkLst>
        </pc:cxnChg>
        <pc:cxnChg chg="add del">
          <ac:chgData name="Ignacio Chávez" userId="d353ee6327d66adc" providerId="LiveId" clId="{F698D85C-F0FB-48DB-AD36-3C19477DF36D}" dt="2023-10-03T22:53:55.572" v="203" actId="26606"/>
          <ac:cxnSpMkLst>
            <pc:docMk/>
            <pc:sldMk cId="1839416630" sldId="261"/>
            <ac:cxnSpMk id="24" creationId="{4AE4806D-B8F9-4679-A68A-9BD21C01A301}"/>
          </ac:cxnSpMkLst>
        </pc:cxnChg>
        <pc:cxnChg chg="add del">
          <ac:chgData name="Ignacio Chávez" userId="d353ee6327d66adc" providerId="LiveId" clId="{F698D85C-F0FB-48DB-AD36-3C19477DF36D}" dt="2023-10-03T23:05:51.850" v="359" actId="26606"/>
          <ac:cxnSpMkLst>
            <pc:docMk/>
            <pc:sldMk cId="1839416630" sldId="261"/>
            <ac:cxnSpMk id="77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3T23:05:51.850" v="359" actId="26606"/>
          <ac:cxnSpMkLst>
            <pc:docMk/>
            <pc:sldMk cId="1839416630" sldId="261"/>
            <ac:cxnSpMk id="79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3T23:07:59.472" v="372" actId="26606"/>
          <ac:cxnSpMkLst>
            <pc:docMk/>
            <pc:sldMk cId="1839416630" sldId="261"/>
            <ac:cxnSpMk id="97" creationId="{D02CF681-4765-4E88-802F-B2474DCD516A}"/>
          </ac:cxnSpMkLst>
        </pc:cxnChg>
        <pc:cxnChg chg="add del">
          <ac:chgData name="Ignacio Chávez" userId="d353ee6327d66adc" providerId="LiveId" clId="{F698D85C-F0FB-48DB-AD36-3C19477DF36D}" dt="2023-10-03T23:07:59.472" v="372" actId="26606"/>
          <ac:cxnSpMkLst>
            <pc:docMk/>
            <pc:sldMk cId="1839416630" sldId="261"/>
            <ac:cxnSpMk id="98" creationId="{3D57B2BA-243C-45C7-A5D8-46CA719437FC}"/>
          </ac:cxnSpMkLst>
        </pc:cxnChg>
        <pc:cxnChg chg="add del">
          <ac:chgData name="Ignacio Chávez" userId="d353ee6327d66adc" providerId="LiveId" clId="{F698D85C-F0FB-48DB-AD36-3C19477DF36D}" dt="2023-10-03T23:08:00.624" v="374" actId="26606"/>
          <ac:cxnSpMkLst>
            <pc:docMk/>
            <pc:sldMk cId="1839416630" sldId="261"/>
            <ac:cxnSpMk id="111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3T23:08:00.624" v="374" actId="26606"/>
          <ac:cxnSpMkLst>
            <pc:docMk/>
            <pc:sldMk cId="1839416630" sldId="261"/>
            <ac:cxnSpMk id="112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3T23:08:09.251" v="379" actId="26606"/>
          <ac:cxnSpMkLst>
            <pc:docMk/>
            <pc:sldMk cId="1839416630" sldId="261"/>
            <ac:cxnSpMk id="135" creationId="{D02CF681-4765-4E88-802F-B2474DCD516A}"/>
          </ac:cxnSpMkLst>
        </pc:cxnChg>
        <pc:cxnChg chg="add del">
          <ac:chgData name="Ignacio Chávez" userId="d353ee6327d66adc" providerId="LiveId" clId="{F698D85C-F0FB-48DB-AD36-3C19477DF36D}" dt="2023-10-03T23:08:09.251" v="379" actId="26606"/>
          <ac:cxnSpMkLst>
            <pc:docMk/>
            <pc:sldMk cId="1839416630" sldId="261"/>
            <ac:cxnSpMk id="136" creationId="{3D57B2BA-243C-45C7-A5D8-46CA719437FC}"/>
          </ac:cxnSpMkLst>
        </pc:cxnChg>
      </pc:sldChg>
      <pc:sldChg chg="addSp delSp modSp mod delDesignElem">
        <pc:chgData name="Ignacio Chávez" userId="d353ee6327d66adc" providerId="LiveId" clId="{F698D85C-F0FB-48DB-AD36-3C19477DF36D}" dt="2023-10-04T22:22:35.117" v="2008"/>
        <pc:sldMkLst>
          <pc:docMk/>
          <pc:sldMk cId="3066808021" sldId="262"/>
        </pc:sldMkLst>
        <pc:grpChg chg="del">
          <ac:chgData name="Ignacio Chávez" userId="d353ee6327d66adc" providerId="LiveId" clId="{F698D85C-F0FB-48DB-AD36-3C19477DF36D}" dt="2023-10-04T22:22:35.117" v="2008"/>
          <ac:grpSpMkLst>
            <pc:docMk/>
            <pc:sldMk cId="3066808021" sldId="262"/>
            <ac:grpSpMk id="24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3T23:18:38.756" v="401" actId="1076"/>
          <ac:picMkLst>
            <pc:docMk/>
            <pc:sldMk cId="3066808021" sldId="262"/>
            <ac:picMk id="21" creationId="{65148CED-7D0E-3DBB-B87B-0B55364E2C91}"/>
          </ac:picMkLst>
        </pc:picChg>
      </pc:sldChg>
      <pc:sldChg chg="addSp delSp modSp new mod setBg modClrScheme delDesignElem chgLayout">
        <pc:chgData name="Ignacio Chávez" userId="d353ee6327d66adc" providerId="LiveId" clId="{F698D85C-F0FB-48DB-AD36-3C19477DF36D}" dt="2023-10-04T22:22:35.117" v="2008"/>
        <pc:sldMkLst>
          <pc:docMk/>
          <pc:sldMk cId="381385100" sldId="263"/>
        </pc:sldMkLst>
        <pc:spChg chg="del mod ord">
          <ac:chgData name="Ignacio Chávez" userId="d353ee6327d66adc" providerId="LiveId" clId="{F698D85C-F0FB-48DB-AD36-3C19477DF36D}" dt="2023-10-03T23:31:37.425" v="563" actId="478"/>
          <ac:spMkLst>
            <pc:docMk/>
            <pc:sldMk cId="381385100" sldId="263"/>
            <ac:spMk id="2" creationId="{C2230B49-6C62-687F-5B06-4AA40DCAC74A}"/>
          </ac:spMkLst>
        </pc:spChg>
        <pc:spChg chg="add del">
          <ac:chgData name="Ignacio Chávez" userId="d353ee6327d66adc" providerId="LiveId" clId="{F698D85C-F0FB-48DB-AD36-3C19477DF36D}" dt="2023-10-03T23:31:45.330" v="564" actId="478"/>
          <ac:spMkLst>
            <pc:docMk/>
            <pc:sldMk cId="381385100" sldId="263"/>
            <ac:spMk id="3" creationId="{82D7ADDD-77B2-677F-4587-A685568C7885}"/>
          </ac:spMkLst>
        </pc:spChg>
        <pc:spChg chg="add del mod">
          <ac:chgData name="Ignacio Chávez" userId="d353ee6327d66adc" providerId="LiveId" clId="{F698D85C-F0FB-48DB-AD36-3C19477DF36D}" dt="2023-10-03T23:31:45.330" v="564" actId="478"/>
          <ac:spMkLst>
            <pc:docMk/>
            <pc:sldMk cId="381385100" sldId="263"/>
            <ac:spMk id="7" creationId="{5ABF897B-4CAB-35CD-FDA9-A2F822121862}"/>
          </ac:spMkLst>
        </pc:spChg>
        <pc:spChg chg="add del mod">
          <ac:chgData name="Ignacio Chávez" userId="d353ee6327d66adc" providerId="LiveId" clId="{F698D85C-F0FB-48DB-AD36-3C19477DF36D}" dt="2023-10-03T23:31:54.096" v="566" actId="478"/>
          <ac:spMkLst>
            <pc:docMk/>
            <pc:sldMk cId="381385100" sldId="263"/>
            <ac:spMk id="8" creationId="{B438CB23-90BC-6EB8-905C-179765E3CF77}"/>
          </ac:spMkLst>
        </pc:spChg>
        <pc:spChg chg="add del">
          <ac:chgData name="Ignacio Chávez" userId="d353ee6327d66adc" providerId="LiveId" clId="{F698D85C-F0FB-48DB-AD36-3C19477DF36D}" dt="2023-10-03T23:30:24.866" v="550" actId="26606"/>
          <ac:spMkLst>
            <pc:docMk/>
            <pc:sldMk cId="381385100" sldId="263"/>
            <ac:spMk id="9" creationId="{C2DBA9C5-EE28-2424-CDAB-74901CDAEDFD}"/>
          </ac:spMkLst>
        </pc:spChg>
        <pc:spChg chg="add del">
          <ac:chgData name="Ignacio Chávez" userId="d353ee6327d66adc" providerId="LiveId" clId="{F698D85C-F0FB-48DB-AD36-3C19477DF36D}" dt="2023-10-03T23:30:27.531" v="552" actId="26606"/>
          <ac:spMkLst>
            <pc:docMk/>
            <pc:sldMk cId="381385100" sldId="263"/>
            <ac:spMk id="11" creationId="{CDB4D063-B056-80C5-AE68-677C8165101B}"/>
          </ac:spMkLst>
        </pc:spChg>
        <pc:spChg chg="add del">
          <ac:chgData name="Ignacio Chávez" userId="d353ee6327d66adc" providerId="LiveId" clId="{F698D85C-F0FB-48DB-AD36-3C19477DF36D}" dt="2023-10-03T23:30:27.531" v="552" actId="26606"/>
          <ac:spMkLst>
            <pc:docMk/>
            <pc:sldMk cId="381385100" sldId="263"/>
            <ac:spMk id="12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2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24" creationId="{3A6596D4-D53C-424F-9F16-CC8686C079E0}"/>
          </ac:spMkLst>
        </pc:spChg>
        <pc:spChg chg="add del mod">
          <ac:chgData name="Ignacio Chávez" userId="d353ee6327d66adc" providerId="LiveId" clId="{F698D85C-F0FB-48DB-AD36-3C19477DF36D}" dt="2023-10-03T23:36:33.667" v="689" actId="478"/>
          <ac:spMkLst>
            <pc:docMk/>
            <pc:sldMk cId="381385100" sldId="263"/>
            <ac:spMk id="27" creationId="{3A4CAA14-BCF9-94D7-E197-2D91A41D17B3}"/>
          </ac:spMkLst>
        </pc:spChg>
        <pc:spChg chg="add del mod">
          <ac:chgData name="Ignacio Chávez" userId="d353ee6327d66adc" providerId="LiveId" clId="{F698D85C-F0FB-48DB-AD36-3C19477DF36D}" dt="2023-10-03T23:34:19.343" v="682" actId="931"/>
          <ac:spMkLst>
            <pc:docMk/>
            <pc:sldMk cId="381385100" sldId="263"/>
            <ac:spMk id="29" creationId="{EDBE222E-39D1-1989-DC63-23B86C964822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3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32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34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36" creationId="{8765DD1A-F044-4DE7-8A9B-7C30DC85A4AF}"/>
          </ac:spMkLst>
        </pc:spChg>
        <pc:spChg chg="add del mod">
          <ac:chgData name="Ignacio Chávez" userId="d353ee6327d66adc" providerId="LiveId" clId="{F698D85C-F0FB-48DB-AD36-3C19477DF36D}" dt="2023-10-03T23:35:41.149" v="686" actId="22"/>
          <ac:spMkLst>
            <pc:docMk/>
            <pc:sldMk cId="381385100" sldId="263"/>
            <ac:spMk id="37" creationId="{A0C781DB-BF56-AE08-F56B-97DDF9D7BDDF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3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3T23:31:28.620" v="558" actId="26606"/>
          <ac:spMkLst>
            <pc:docMk/>
            <pc:sldMk cId="381385100" sldId="263"/>
            <ac:spMk id="42" creationId="{9A2DE6E0-967C-4C58-8558-EC08F1138BD1}"/>
          </ac:spMkLst>
        </pc:spChg>
        <pc:spChg chg="add del mod">
          <ac:chgData name="Ignacio Chávez" userId="d353ee6327d66adc" providerId="LiveId" clId="{F698D85C-F0FB-48DB-AD36-3C19477DF36D}" dt="2023-10-03T23:36:16.748" v="688" actId="931"/>
          <ac:spMkLst>
            <pc:docMk/>
            <pc:sldMk cId="381385100" sldId="263"/>
            <ac:spMk id="46" creationId="{D729ABF5-EA38-410E-8F03-0CC245B3FB04}"/>
          </ac:spMkLst>
        </pc:spChg>
        <pc:spChg chg="add del mod">
          <ac:chgData name="Ignacio Chávez" userId="d353ee6327d66adc" providerId="LiveId" clId="{F698D85C-F0FB-48DB-AD36-3C19477DF36D}" dt="2023-10-03T23:36:37.950" v="690" actId="478"/>
          <ac:spMkLst>
            <pc:docMk/>
            <pc:sldMk cId="381385100" sldId="263"/>
            <ac:spMk id="50" creationId="{F745A97E-1692-671A-0BED-24BAF8A6290F}"/>
          </ac:spMkLst>
        </pc:spChg>
        <pc:spChg chg="add del mod">
          <ac:chgData name="Ignacio Chávez" userId="d353ee6327d66adc" providerId="LiveId" clId="{F698D85C-F0FB-48DB-AD36-3C19477DF36D}" dt="2023-10-03T23:36:37.950" v="690" actId="478"/>
          <ac:spMkLst>
            <pc:docMk/>
            <pc:sldMk cId="381385100" sldId="263"/>
            <ac:spMk id="52" creationId="{5EDC8403-C719-67BF-0C4B-6724735A04FE}"/>
          </ac:spMkLst>
        </pc:spChg>
        <pc:spChg chg="add mod ord">
          <ac:chgData name="Ignacio Chávez" userId="d353ee6327d66adc" providerId="LiveId" clId="{F698D85C-F0FB-48DB-AD36-3C19477DF36D}" dt="2023-10-03T23:39:01.822" v="810" actId="12"/>
          <ac:spMkLst>
            <pc:docMk/>
            <pc:sldMk cId="381385100" sldId="263"/>
            <ac:spMk id="53" creationId="{2B8BF0C7-64DF-70C1-C041-783D1B7988CE}"/>
          </ac:spMkLst>
        </pc:spChg>
        <pc:spChg chg="add del mod">
          <ac:chgData name="Ignacio Chávez" userId="d353ee6327d66adc" providerId="LiveId" clId="{F698D85C-F0FB-48DB-AD36-3C19477DF36D}" dt="2023-10-03T23:37:08.722" v="694" actId="931"/>
          <ac:spMkLst>
            <pc:docMk/>
            <pc:sldMk cId="381385100" sldId="263"/>
            <ac:spMk id="54" creationId="{E3627469-4CCD-4195-553F-7E363F050624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75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77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83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85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87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89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91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93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3T23:38:12.497" v="796" actId="26606"/>
          <ac:spMkLst>
            <pc:docMk/>
            <pc:sldMk cId="381385100" sldId="263"/>
            <ac:spMk id="95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08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09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10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11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12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13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3T23:38:14.928" v="798" actId="26606"/>
          <ac:spMkLst>
            <pc:docMk/>
            <pc:sldMk cId="381385100" sldId="263"/>
            <ac:spMk id="114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17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18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1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2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3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4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5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6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3T23:38:18.299" v="800" actId="26606"/>
          <ac:spMkLst>
            <pc:docMk/>
            <pc:sldMk cId="381385100" sldId="263"/>
            <ac:spMk id="127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0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1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2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3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4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5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3T23:38:22.388" v="802" actId="26606"/>
          <ac:spMkLst>
            <pc:docMk/>
            <pc:sldMk cId="381385100" sldId="263"/>
            <ac:spMk id="146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49" creationId="{F5F0CD5C-72F3-4090-8A69-8E15CB432AC2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0" creationId="{217496A2-9394-4FB7-BA0E-717D2D2E7A43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3" creationId="{67374FB5-CBB7-46FF-95B5-2251BC6856ED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4" creationId="{34BCEAB7-D9E0-40A4-9254-8593BD346EAB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5" creationId="{D567A354-BB63-405C-8E5F-2F510E670F16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6" creationId="{9185A8D7-2F20-4F7A-97BE-21DB1654C7F7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7" creationId="{CB65BD56-22B3-4E13-BFCA-B8E8BEB92D6C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8" creationId="{6790ED68-BCA0-4247-A72F-1CB85DF068C3}"/>
          </ac:spMkLst>
        </pc:spChg>
        <pc:spChg chg="add del">
          <ac:chgData name="Ignacio Chávez" userId="d353ee6327d66adc" providerId="LiveId" clId="{F698D85C-F0FB-48DB-AD36-3C19477DF36D}" dt="2023-10-03T23:38:31.551" v="804" actId="26606"/>
          <ac:spMkLst>
            <pc:docMk/>
            <pc:sldMk cId="381385100" sldId="263"/>
            <ac:spMk id="159" creationId="{DD0F2B3F-DC55-4FA7-B667-1ACD07920937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0" creationId="{3167F201-EA3A-41F3-8305-5985A44A95A1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1" creationId="{FFD44D11-B1C5-420A-9591-370DC8BAA10E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4" creationId="{1C4DC544-6AEA-484E-A978-32384E2F9BD9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5" creationId="{A1F1470C-B594-449D-A8CD-EB7BC156F7BD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6" creationId="{B809F8B1-FE88-427F-98C6-1B8CFED80282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7" creationId="{2050D290-680D-48D7-9488-498F59E54FFC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8" creationId="{E8C81616-E276-41D8-92C5-1C891FE995BE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79" creationId="{86BBDB21-2BF1-4C2F-A790-19FBC789C3F2}"/>
          </ac:spMkLst>
        </pc:spChg>
        <pc:spChg chg="add del">
          <ac:chgData name="Ignacio Chávez" userId="d353ee6327d66adc" providerId="LiveId" clId="{F698D85C-F0FB-48DB-AD36-3C19477DF36D}" dt="2023-10-03T23:38:36.942" v="806" actId="26606"/>
          <ac:spMkLst>
            <pc:docMk/>
            <pc:sldMk cId="381385100" sldId="263"/>
            <ac:spMk id="180" creationId="{E78FF87C-9F4A-4F75-998D-3ECB6543BAB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85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86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87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88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89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90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81385100" sldId="263"/>
            <ac:spMk id="191" creationId="{15BBD2C1-BA9B-46A9-A27A-33498B169272}"/>
          </ac:spMkLst>
        </pc:spChg>
        <pc:grpChg chg="add del">
          <ac:chgData name="Ignacio Chávez" userId="d353ee6327d66adc" providerId="LiveId" clId="{F698D85C-F0FB-48DB-AD36-3C19477DF36D}" dt="2023-10-03T23:30:23.704" v="548" actId="26606"/>
          <ac:grpSpMkLst>
            <pc:docMk/>
            <pc:sldMk cId="381385100" sldId="263"/>
            <ac:grpSpMk id="10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1:28.620" v="558" actId="26606"/>
          <ac:grpSpMkLst>
            <pc:docMk/>
            <pc:sldMk cId="381385100" sldId="263"/>
            <ac:grpSpMk id="2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12.497" v="796" actId="26606"/>
          <ac:grpSpMkLst>
            <pc:docMk/>
            <pc:sldMk cId="381385100" sldId="263"/>
            <ac:grpSpMk id="63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14.928" v="798" actId="26606"/>
          <ac:grpSpMkLst>
            <pc:docMk/>
            <pc:sldMk cId="381385100" sldId="263"/>
            <ac:grpSpMk id="97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18.299" v="800" actId="26606"/>
          <ac:grpSpMkLst>
            <pc:docMk/>
            <pc:sldMk cId="381385100" sldId="263"/>
            <ac:grpSpMk id="116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22.388" v="802" actId="26606"/>
          <ac:grpSpMkLst>
            <pc:docMk/>
            <pc:sldMk cId="381385100" sldId="263"/>
            <ac:grpSpMk id="129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31.551" v="804" actId="26606"/>
          <ac:grpSpMkLst>
            <pc:docMk/>
            <pc:sldMk cId="381385100" sldId="263"/>
            <ac:grpSpMk id="148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3T23:38:36.942" v="806" actId="26606"/>
          <ac:grpSpMkLst>
            <pc:docMk/>
            <pc:sldMk cId="381385100" sldId="263"/>
            <ac:grpSpMk id="16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381385100" sldId="263"/>
            <ac:grpSpMk id="182" creationId="{88C9B83F-64CD-41C1-925F-A08801FFD0BD}"/>
          </ac:grpSpMkLst>
        </pc:grpChg>
        <pc:picChg chg="add del mod">
          <ac:chgData name="Ignacio Chávez" userId="d353ee6327d66adc" providerId="LiveId" clId="{F698D85C-F0FB-48DB-AD36-3C19477DF36D}" dt="2023-10-03T23:31:28.887" v="559" actId="931"/>
          <ac:picMkLst>
            <pc:docMk/>
            <pc:sldMk cId="381385100" sldId="263"/>
            <ac:picMk id="5" creationId="{5E57DC32-A131-8374-1B7F-DB8AF8031785}"/>
          </ac:picMkLst>
        </pc:picChg>
        <pc:picChg chg="add del mod">
          <ac:chgData name="Ignacio Chávez" userId="d353ee6327d66adc" providerId="LiveId" clId="{F698D85C-F0FB-48DB-AD36-3C19477DF36D}" dt="2023-10-03T23:34:36.180" v="683" actId="478"/>
          <ac:picMkLst>
            <pc:docMk/>
            <pc:sldMk cId="381385100" sldId="263"/>
            <ac:picMk id="33" creationId="{9E5E55E9-0857-1F62-B672-F9943C86C18A}"/>
          </ac:picMkLst>
        </pc:picChg>
        <pc:picChg chg="add del mod">
          <ac:chgData name="Ignacio Chávez" userId="d353ee6327d66adc" providerId="LiveId" clId="{F698D85C-F0FB-48DB-AD36-3C19477DF36D}" dt="2023-10-03T23:35:26.840" v="685" actId="931"/>
          <ac:picMkLst>
            <pc:docMk/>
            <pc:sldMk cId="381385100" sldId="263"/>
            <ac:picMk id="41" creationId="{D520A72F-21DA-81D1-A3DC-9283BBBE9DF7}"/>
          </ac:picMkLst>
        </pc:picChg>
        <pc:picChg chg="add del mod ord">
          <ac:chgData name="Ignacio Chávez" userId="d353ee6327d66adc" providerId="LiveId" clId="{F698D85C-F0FB-48DB-AD36-3C19477DF36D}" dt="2023-10-03T23:36:10.464" v="687" actId="478"/>
          <ac:picMkLst>
            <pc:docMk/>
            <pc:sldMk cId="381385100" sldId="263"/>
            <ac:picMk id="44" creationId="{7664A240-D454-61AD-667D-6EE9DB3A4484}"/>
          </ac:picMkLst>
        </pc:picChg>
        <pc:picChg chg="add del mod">
          <ac:chgData name="Ignacio Chávez" userId="d353ee6327d66adc" providerId="LiveId" clId="{F698D85C-F0FB-48DB-AD36-3C19477DF36D}" dt="2023-10-03T23:36:33.667" v="689" actId="478"/>
          <ac:picMkLst>
            <pc:docMk/>
            <pc:sldMk cId="381385100" sldId="263"/>
            <ac:picMk id="48" creationId="{E819A6C6-E0F2-9A87-3A60-D52D6600F864}"/>
          </ac:picMkLst>
        </pc:picChg>
        <pc:picChg chg="add del mod">
          <ac:chgData name="Ignacio Chávez" userId="d353ee6327d66adc" providerId="LiveId" clId="{F698D85C-F0FB-48DB-AD36-3C19477DF36D}" dt="2023-10-03T23:37:03.603" v="693" actId="931"/>
          <ac:picMkLst>
            <pc:docMk/>
            <pc:sldMk cId="381385100" sldId="263"/>
            <ac:picMk id="56" creationId="{F35CC39B-713C-D6D8-68D2-61D50794F7CE}"/>
          </ac:picMkLst>
        </pc:picChg>
        <pc:picChg chg="add mod">
          <ac:chgData name="Ignacio Chávez" userId="d353ee6327d66adc" providerId="LiveId" clId="{F698D85C-F0FB-48DB-AD36-3C19477DF36D}" dt="2023-10-03T23:38:36.990" v="807" actId="26606"/>
          <ac:picMkLst>
            <pc:docMk/>
            <pc:sldMk cId="381385100" sldId="263"/>
            <ac:picMk id="58" creationId="{8F343CEF-9AA0-D763-8BAD-6DA35E0CDC89}"/>
          </ac:picMkLst>
        </pc:picChg>
        <pc:cxnChg chg="add del">
          <ac:chgData name="Ignacio Chávez" userId="d353ee6327d66adc" providerId="LiveId" clId="{F698D85C-F0FB-48DB-AD36-3C19477DF36D}" dt="2023-10-03T23:31:28.620" v="558" actId="26606"/>
          <ac:cxnSpMkLst>
            <pc:docMk/>
            <pc:sldMk cId="381385100" sldId="263"/>
            <ac:cxnSpMk id="2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3T23:31:28.620" v="558" actId="26606"/>
          <ac:cxnSpMkLst>
            <pc:docMk/>
            <pc:sldMk cId="381385100" sldId="263"/>
            <ac:cxnSpMk id="28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3T23:38:12.497" v="796" actId="26606"/>
          <ac:cxnSpMkLst>
            <pc:docMk/>
            <pc:sldMk cId="381385100" sldId="263"/>
            <ac:cxnSpMk id="79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3T23:38:12.497" v="796" actId="26606"/>
          <ac:cxnSpMkLst>
            <pc:docMk/>
            <pc:sldMk cId="381385100" sldId="263"/>
            <ac:cxnSpMk id="81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3T23:38:14.928" v="798" actId="26606"/>
          <ac:cxnSpMkLst>
            <pc:docMk/>
            <pc:sldMk cId="381385100" sldId="263"/>
            <ac:cxnSpMk id="106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3T23:38:14.928" v="798" actId="26606"/>
          <ac:cxnSpMkLst>
            <pc:docMk/>
            <pc:sldMk cId="381385100" sldId="263"/>
            <ac:cxnSpMk id="107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3T23:38:18.299" v="800" actId="26606"/>
          <ac:cxnSpMkLst>
            <pc:docMk/>
            <pc:sldMk cId="381385100" sldId="263"/>
            <ac:cxnSpMk id="119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3T23:38:18.299" v="800" actId="26606"/>
          <ac:cxnSpMkLst>
            <pc:docMk/>
            <pc:sldMk cId="381385100" sldId="263"/>
            <ac:cxnSpMk id="120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3T23:38:22.388" v="802" actId="26606"/>
          <ac:cxnSpMkLst>
            <pc:docMk/>
            <pc:sldMk cId="381385100" sldId="263"/>
            <ac:cxnSpMk id="138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3T23:38:22.388" v="802" actId="26606"/>
          <ac:cxnSpMkLst>
            <pc:docMk/>
            <pc:sldMk cId="381385100" sldId="263"/>
            <ac:cxnSpMk id="139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3T23:38:31.551" v="804" actId="26606"/>
          <ac:cxnSpMkLst>
            <pc:docMk/>
            <pc:sldMk cId="381385100" sldId="263"/>
            <ac:cxnSpMk id="151" creationId="{D02CF681-4765-4E88-802F-B2474DCD516A}"/>
          </ac:cxnSpMkLst>
        </pc:cxnChg>
        <pc:cxnChg chg="add del">
          <ac:chgData name="Ignacio Chávez" userId="d353ee6327d66adc" providerId="LiveId" clId="{F698D85C-F0FB-48DB-AD36-3C19477DF36D}" dt="2023-10-03T23:38:31.551" v="804" actId="26606"/>
          <ac:cxnSpMkLst>
            <pc:docMk/>
            <pc:sldMk cId="381385100" sldId="263"/>
            <ac:cxnSpMk id="152" creationId="{3D57B2BA-243C-45C7-A5D8-46CA719437FC}"/>
          </ac:cxnSpMkLst>
        </pc:cxnChg>
        <pc:cxnChg chg="add del">
          <ac:chgData name="Ignacio Chávez" userId="d353ee6327d66adc" providerId="LiveId" clId="{F698D85C-F0FB-48DB-AD36-3C19477DF36D}" dt="2023-10-03T23:38:36.942" v="806" actId="26606"/>
          <ac:cxnSpMkLst>
            <pc:docMk/>
            <pc:sldMk cId="381385100" sldId="263"/>
            <ac:cxnSpMk id="172" creationId="{9FF46BC6-C78D-47E7-87CF-A1DD38B02BD3}"/>
          </ac:cxnSpMkLst>
        </pc:cxnChg>
        <pc:cxnChg chg="add del">
          <ac:chgData name="Ignacio Chávez" userId="d353ee6327d66adc" providerId="LiveId" clId="{F698D85C-F0FB-48DB-AD36-3C19477DF36D}" dt="2023-10-03T23:38:36.942" v="806" actId="26606"/>
          <ac:cxnSpMkLst>
            <pc:docMk/>
            <pc:sldMk cId="381385100" sldId="263"/>
            <ac:cxnSpMk id="173" creationId="{BE3C958F-F320-49F4-9AB7-FD2F51A7712E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381385100" sldId="263"/>
            <ac:cxnSpMk id="183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381385100" sldId="263"/>
            <ac:cxnSpMk id="184" creationId="{F8A9B20B-D1DD-4573-B5EC-558029519236}"/>
          </ac:cxnSpMkLst>
        </pc:cxnChg>
      </pc:sldChg>
      <pc:sldChg chg="new del">
        <pc:chgData name="Ignacio Chávez" userId="d353ee6327d66adc" providerId="LiveId" clId="{F698D85C-F0FB-48DB-AD36-3C19477DF36D}" dt="2023-10-03T23:10:52.881" v="388" actId="680"/>
        <pc:sldMkLst>
          <pc:docMk/>
          <pc:sldMk cId="1307137998" sldId="263"/>
        </pc:sldMkLst>
      </pc:sldChg>
      <pc:sldChg chg="modSp new del mod">
        <pc:chgData name="Ignacio Chávez" userId="d353ee6327d66adc" providerId="LiveId" clId="{F698D85C-F0FB-48DB-AD36-3C19477DF36D}" dt="2023-10-03T23:11:38.728" v="396" actId="680"/>
        <pc:sldMkLst>
          <pc:docMk/>
          <pc:sldMk cId="1756540898" sldId="263"/>
        </pc:sldMkLst>
        <pc:spChg chg="mod">
          <ac:chgData name="Ignacio Chávez" userId="d353ee6327d66adc" providerId="LiveId" clId="{F698D85C-F0FB-48DB-AD36-3C19477DF36D}" dt="2023-10-03T23:11:38.342" v="395" actId="12"/>
          <ac:spMkLst>
            <pc:docMk/>
            <pc:sldMk cId="1756540898" sldId="263"/>
            <ac:spMk id="2" creationId="{46A4BE65-C97C-5167-ABB9-5A87562EB29A}"/>
          </ac:spMkLst>
        </pc:spChg>
      </pc:sldChg>
      <pc:sldChg chg="new del">
        <pc:chgData name="Ignacio Chávez" userId="d353ee6327d66adc" providerId="LiveId" clId="{F698D85C-F0FB-48DB-AD36-3C19477DF36D}" dt="2023-10-03T23:10:48.904" v="386" actId="680"/>
        <pc:sldMkLst>
          <pc:docMk/>
          <pc:sldMk cId="2174393726" sldId="263"/>
        </pc:sldMkLst>
      </pc:sldChg>
      <pc:sldChg chg="addSp delSp modSp new mod setBg delDesignElem">
        <pc:chgData name="Ignacio Chávez" userId="d353ee6327d66adc" providerId="LiveId" clId="{F698D85C-F0FB-48DB-AD36-3C19477DF36D}" dt="2023-10-04T22:58:45.959" v="3057" actId="1076"/>
        <pc:sldMkLst>
          <pc:docMk/>
          <pc:sldMk cId="1505303791" sldId="264"/>
        </pc:sldMkLst>
        <pc:spChg chg="mod ord">
          <ac:chgData name="Ignacio Chávez" userId="d353ee6327d66adc" providerId="LiveId" clId="{F698D85C-F0FB-48DB-AD36-3C19477DF36D}" dt="2023-10-04T22:58:45.959" v="3057" actId="1076"/>
          <ac:spMkLst>
            <pc:docMk/>
            <pc:sldMk cId="1505303791" sldId="264"/>
            <ac:spMk id="2" creationId="{D7B4537A-6F95-5660-8293-25B2ED4DB541}"/>
          </ac:spMkLst>
        </pc:spChg>
        <pc:spChg chg="del">
          <ac:chgData name="Ignacio Chávez" userId="d353ee6327d66adc" providerId="LiveId" clId="{F698D85C-F0FB-48DB-AD36-3C19477DF36D}" dt="2023-10-03T23:49:09.057" v="962" actId="931"/>
          <ac:spMkLst>
            <pc:docMk/>
            <pc:sldMk cId="1505303791" sldId="264"/>
            <ac:spMk id="3" creationId="{B325DD47-DB9A-AB67-351B-21B9523758AB}"/>
          </ac:spMkLst>
        </pc:spChg>
        <pc:spChg chg="add del">
          <ac:chgData name="Ignacio Chávez" userId="d353ee6327d66adc" providerId="LiveId" clId="{F698D85C-F0FB-48DB-AD36-3C19477DF36D}" dt="2023-10-04T22:58:19.144" v="3047" actId="26606"/>
          <ac:spMkLst>
            <pc:docMk/>
            <pc:sldMk cId="1505303791" sldId="264"/>
            <ac:spMk id="8" creationId="{5A7802B6-FF37-40CF-A7E2-6F2A0D9A91EF}"/>
          </ac:spMkLst>
        </pc:spChg>
        <pc:spChg chg="add del">
          <ac:chgData name="Ignacio Chávez" userId="d353ee6327d66adc" providerId="LiveId" clId="{F698D85C-F0FB-48DB-AD36-3C19477DF36D}" dt="2023-10-04T22:58:25.796" v="3049" actId="21"/>
          <ac:spMkLst>
            <pc:docMk/>
            <pc:sldMk cId="1505303791" sldId="264"/>
            <ac:spMk id="9" creationId="{CC7938E5-561F-770A-59AC-AC81DE35A185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2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24" creationId="{3A6596D4-D53C-424F-9F16-CC8686C079E0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25" creationId="{3F088236-D655-4F88-B238-E16762358025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27" creationId="{3DAC0C92-199E-475C-9390-119A9B027276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29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30" creationId="{9772CABD-4211-42AA-B349-D4002E52F1EF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31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32" creationId="{BBD91630-4DBA-4294-8016-FEB5C3B0CED1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33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34" creationId="{E67D1587-504D-41BC-9D48-B61257BFBCF0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35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36" creationId="{8765DD1A-F044-4DE7-8A9B-7C30DC85A4AF}"/>
          </ac:spMkLst>
        </pc:spChg>
        <pc:spChg chg="add">
          <ac:chgData name="Ignacio Chávez" userId="d353ee6327d66adc" providerId="LiveId" clId="{F698D85C-F0FB-48DB-AD36-3C19477DF36D}" dt="2023-10-04T22:58:19.184" v="3048" actId="26606"/>
          <ac:spMkLst>
            <pc:docMk/>
            <pc:sldMk cId="1505303791" sldId="264"/>
            <ac:spMk id="37" creationId="{9874D11C-36F5-4BBE-A490-019A54E953B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3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505303791" sldId="264"/>
            <ac:spMk id="42" creationId="{9A2DE6E0-967C-4C58-8558-EC08F1138BD1}"/>
          </ac:spMkLst>
        </pc:spChg>
        <pc:grpChg chg="add del">
          <ac:chgData name="Ignacio Chávez" userId="d353ee6327d66adc" providerId="LiveId" clId="{F698D85C-F0FB-48DB-AD36-3C19477DF36D}" dt="2023-10-04T22:58:19.144" v="3047" actId="26606"/>
          <ac:grpSpMkLst>
            <pc:docMk/>
            <pc:sldMk cId="1505303791" sldId="264"/>
            <ac:grpSpMk id="7" creationId="{B4DE830A-B531-4A3B-96F6-0ECE88B08555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1505303791" sldId="264"/>
            <ac:grpSpMk id="10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4T22:58:19.184" v="3048" actId="26606"/>
          <ac:picMkLst>
            <pc:docMk/>
            <pc:sldMk cId="1505303791" sldId="264"/>
            <ac:picMk id="5" creationId="{3B00C59D-3D68-26AA-B88C-9FF4431DA243}"/>
          </ac:picMkLst>
        </pc:picChg>
        <pc:cxnChg chg="add">
          <ac:chgData name="Ignacio Chávez" userId="d353ee6327d66adc" providerId="LiveId" clId="{F698D85C-F0FB-48DB-AD36-3C19477DF36D}" dt="2023-10-04T22:58:19.184" v="3048" actId="26606"/>
          <ac:cxnSpMkLst>
            <pc:docMk/>
            <pc:sldMk cId="1505303791" sldId="264"/>
            <ac:cxnSpMk id="12" creationId="{64FA5DFF-7FE6-4855-84E6-DFA78EE978BD}"/>
          </ac:cxnSpMkLst>
        </pc:cxnChg>
        <pc:cxnChg chg="add">
          <ac:chgData name="Ignacio Chávez" userId="d353ee6327d66adc" providerId="LiveId" clId="{F698D85C-F0FB-48DB-AD36-3C19477DF36D}" dt="2023-10-04T22:58:19.184" v="3048" actId="26606"/>
          <ac:cxnSpMkLst>
            <pc:docMk/>
            <pc:sldMk cId="1505303791" sldId="264"/>
            <ac:cxnSpMk id="23" creationId="{2AFD8CBA-54A3-4363-991B-B9C631BBFA74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505303791" sldId="264"/>
            <ac:cxnSpMk id="2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505303791" sldId="264"/>
            <ac:cxnSpMk id="28" creationId="{3842D646-B58C-43C8-8152-01BC782B725D}"/>
          </ac:cxnSpMkLst>
        </pc:cxnChg>
      </pc:sldChg>
      <pc:sldChg chg="addSp delSp modSp new mod setBg setClrOvrMap delDesignElem">
        <pc:chgData name="Ignacio Chávez" userId="d353ee6327d66adc" providerId="LiveId" clId="{F698D85C-F0FB-48DB-AD36-3C19477DF36D}" dt="2023-10-04T22:22:57.674" v="2020" actId="27636"/>
        <pc:sldMkLst>
          <pc:docMk/>
          <pc:sldMk cId="1788497262" sldId="265"/>
        </pc:sldMkLst>
        <pc:spChg chg="mod ord">
          <ac:chgData name="Ignacio Chávez" userId="d353ee6327d66adc" providerId="LiveId" clId="{F698D85C-F0FB-48DB-AD36-3C19477DF36D}" dt="2023-10-04T22:22:57.674" v="2020" actId="27636"/>
          <ac:spMkLst>
            <pc:docMk/>
            <pc:sldMk cId="1788497262" sldId="265"/>
            <ac:spMk id="2" creationId="{C1F5C64A-E8CB-B431-3219-28B0BBCC28A6}"/>
          </ac:spMkLst>
        </pc:spChg>
        <pc:spChg chg="del">
          <ac:chgData name="Ignacio Chávez" userId="d353ee6327d66adc" providerId="LiveId" clId="{F698D85C-F0FB-48DB-AD36-3C19477DF36D}" dt="2023-10-03T23:58:19.576" v="1101" actId="931"/>
          <ac:spMkLst>
            <pc:docMk/>
            <pc:sldMk cId="1788497262" sldId="265"/>
            <ac:spMk id="3" creationId="{2A989F06-319D-BCD2-2AA5-4FFB9A57C63C}"/>
          </ac:spMkLst>
        </pc:spChg>
        <pc:spChg chg="add del">
          <ac:chgData name="Ignacio Chávez" userId="d353ee6327d66adc" providerId="LiveId" clId="{F698D85C-F0FB-48DB-AD36-3C19477DF36D}" dt="2023-10-03T23:58:37.404" v="1105" actId="26606"/>
          <ac:spMkLst>
            <pc:docMk/>
            <pc:sldMk cId="1788497262" sldId="265"/>
            <ac:spMk id="9" creationId="{D1921881-8BF6-08F6-B655-C47A6D5EA5FE}"/>
          </ac:spMkLst>
        </pc:spChg>
        <pc:spChg chg="add del">
          <ac:chgData name="Ignacio Chávez" userId="d353ee6327d66adc" providerId="LiveId" clId="{F698D85C-F0FB-48DB-AD36-3C19477DF36D}" dt="2023-10-03T23:58:37.404" v="1105" actId="26606"/>
          <ac:spMkLst>
            <pc:docMk/>
            <pc:sldMk cId="1788497262" sldId="265"/>
            <ac:spMk id="12" creationId="{3BCB5F6A-9EB0-40B0-9D13-3023E9A20508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26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28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29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30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31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32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33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34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35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36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37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3T23:58:27.787" v="1103" actId="26606"/>
          <ac:spMkLst>
            <pc:docMk/>
            <pc:sldMk cId="1788497262" sldId="265"/>
            <ac:spMk id="38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39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1788497262" sldId="265"/>
            <ac:spMk id="40" creationId="{15BBD2C1-BA9B-46A9-A27A-33498B169272}"/>
          </ac:spMkLst>
        </pc:spChg>
        <pc:grpChg chg="add del">
          <ac:chgData name="Ignacio Chávez" userId="d353ee6327d66adc" providerId="LiveId" clId="{F698D85C-F0FB-48DB-AD36-3C19477DF36D}" dt="2023-10-03T23:58:27.787" v="1103" actId="26606"/>
          <ac:grpSpMkLst>
            <pc:docMk/>
            <pc:sldMk cId="1788497262" sldId="265"/>
            <ac:grpSpMk id="10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1788497262" sldId="265"/>
            <ac:grpSpMk id="21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3T23:58:37.460" v="1106" actId="26606"/>
          <ac:picMkLst>
            <pc:docMk/>
            <pc:sldMk cId="1788497262" sldId="265"/>
            <ac:picMk id="5" creationId="{A50B4FCF-7FC2-F6C7-9A16-6F254AD8F596}"/>
          </ac:picMkLst>
        </pc:picChg>
        <pc:cxnChg chg="add del">
          <ac:chgData name="Ignacio Chávez" userId="d353ee6327d66adc" providerId="LiveId" clId="{F698D85C-F0FB-48DB-AD36-3C19477DF36D}" dt="2023-10-03T23:58:27.787" v="1103" actId="26606"/>
          <ac:cxnSpMkLst>
            <pc:docMk/>
            <pc:sldMk cId="1788497262" sldId="265"/>
            <ac:cxnSpMk id="22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3T23:58:27.787" v="1103" actId="26606"/>
          <ac:cxnSpMkLst>
            <pc:docMk/>
            <pc:sldMk cId="1788497262" sldId="265"/>
            <ac:cxnSpMk id="24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788497262" sldId="265"/>
            <ac:cxnSpMk id="25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1788497262" sldId="265"/>
            <ac:cxnSpMk id="27" creationId="{F8A9B20B-D1DD-4573-B5EC-558029519236}"/>
          </ac:cxnSpMkLst>
        </pc:cxnChg>
      </pc:sldChg>
      <pc:sldChg chg="addSp delSp modSp new mod setBg delDesignElem">
        <pc:chgData name="Ignacio Chávez" userId="d353ee6327d66adc" providerId="LiveId" clId="{F698D85C-F0FB-48DB-AD36-3C19477DF36D}" dt="2023-10-04T22:22:57.682" v="2021" actId="27636"/>
        <pc:sldMkLst>
          <pc:docMk/>
          <pc:sldMk cId="4176141100" sldId="266"/>
        </pc:sldMkLst>
        <pc:spChg chg="mod ord">
          <ac:chgData name="Ignacio Chávez" userId="d353ee6327d66adc" providerId="LiveId" clId="{F698D85C-F0FB-48DB-AD36-3C19477DF36D}" dt="2023-10-04T22:22:57.682" v="2021" actId="27636"/>
          <ac:spMkLst>
            <pc:docMk/>
            <pc:sldMk cId="4176141100" sldId="266"/>
            <ac:spMk id="2" creationId="{5385A6FA-EABC-36BA-DE00-523A0D056F42}"/>
          </ac:spMkLst>
        </pc:spChg>
        <pc:spChg chg="del">
          <ac:chgData name="Ignacio Chávez" userId="d353ee6327d66adc" providerId="LiveId" clId="{F698D85C-F0FB-48DB-AD36-3C19477DF36D}" dt="2023-10-04T00:01:07.839" v="1108" actId="931"/>
          <ac:spMkLst>
            <pc:docMk/>
            <pc:sldMk cId="4176141100" sldId="266"/>
            <ac:spMk id="3" creationId="{E02364EE-8D7E-A35F-CE93-2785EF96A466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2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24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3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32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34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36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3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17.659" v="1317" actId="26606"/>
          <ac:spMkLst>
            <pc:docMk/>
            <pc:sldMk cId="4176141100" sldId="266"/>
            <ac:spMk id="42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55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56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57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58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59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60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3:19.503" v="1319" actId="26606"/>
          <ac:spMkLst>
            <pc:docMk/>
            <pc:sldMk cId="4176141100" sldId="266"/>
            <ac:spMk id="61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64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65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68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69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70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71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72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73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23.504" v="1321" actId="26606"/>
          <ac:spMkLst>
            <pc:docMk/>
            <pc:sldMk cId="4176141100" sldId="266"/>
            <ac:spMk id="74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87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88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89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90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91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92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3:32.001" v="1323" actId="26606"/>
          <ac:spMkLst>
            <pc:docMk/>
            <pc:sldMk cId="4176141100" sldId="266"/>
            <ac:spMk id="93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96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97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1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2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3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4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5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34.241" v="1325" actId="26606"/>
          <ac:spMkLst>
            <pc:docMk/>
            <pc:sldMk cId="4176141100" sldId="266"/>
            <ac:spMk id="106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35.405" v="1327" actId="26606"/>
          <ac:spMkLst>
            <pc:docMk/>
            <pc:sldMk cId="4176141100" sldId="266"/>
            <ac:spMk id="117" creationId="{5A7802B6-FF37-40CF-A7E2-6F2A0D9A91EF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0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1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4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5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6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7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29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36.522" v="1329" actId="26606"/>
          <ac:spMkLst>
            <pc:docMk/>
            <pc:sldMk cId="4176141100" sldId="266"/>
            <ac:spMk id="130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3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4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5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6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7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8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3:39.733" v="1331" actId="26606"/>
          <ac:spMkLst>
            <pc:docMk/>
            <pc:sldMk cId="4176141100" sldId="266"/>
            <ac:spMk id="149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3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6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7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8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59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60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61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40.812" v="1333" actId="26606"/>
          <ac:spMkLst>
            <pc:docMk/>
            <pc:sldMk cId="4176141100" sldId="266"/>
            <ac:spMk id="162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67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68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69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70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71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72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3:42.926" v="1335" actId="26606"/>
          <ac:spMkLst>
            <pc:docMk/>
            <pc:sldMk cId="4176141100" sldId="266"/>
            <ac:spMk id="173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84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85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88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89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90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91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92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93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3:45.742" v="1337" actId="26606"/>
          <ac:spMkLst>
            <pc:docMk/>
            <pc:sldMk cId="4176141100" sldId="266"/>
            <ac:spMk id="194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199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0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1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2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3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4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3:55.610" v="1339" actId="26606"/>
          <ac:spMkLst>
            <pc:docMk/>
            <pc:sldMk cId="4176141100" sldId="266"/>
            <ac:spMk id="205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16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17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1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2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3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4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5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76141100" sldId="266"/>
            <ac:spMk id="226" creationId="{9A2DE6E0-967C-4C58-8558-EC08F1138BD1}"/>
          </ac:spMkLst>
        </pc:spChg>
        <pc:grpChg chg="add del">
          <ac:chgData name="Ignacio Chávez" userId="d353ee6327d66adc" providerId="LiveId" clId="{F698D85C-F0FB-48DB-AD36-3C19477DF36D}" dt="2023-10-04T00:03:17.659" v="1317" actId="26606"/>
          <ac:grpSpMkLst>
            <pc:docMk/>
            <pc:sldMk cId="4176141100" sldId="266"/>
            <ac:grpSpMk id="10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19.503" v="1319" actId="26606"/>
          <ac:grpSpMkLst>
            <pc:docMk/>
            <pc:sldMk cId="4176141100" sldId="266"/>
            <ac:grpSpMk id="44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23.504" v="1321" actId="26606"/>
          <ac:grpSpMkLst>
            <pc:docMk/>
            <pc:sldMk cId="4176141100" sldId="266"/>
            <ac:grpSpMk id="63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32.001" v="1323" actId="26606"/>
          <ac:grpSpMkLst>
            <pc:docMk/>
            <pc:sldMk cId="4176141100" sldId="266"/>
            <ac:grpSpMk id="76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34.241" v="1325" actId="26606"/>
          <ac:grpSpMkLst>
            <pc:docMk/>
            <pc:sldMk cId="4176141100" sldId="266"/>
            <ac:grpSpMk id="95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35.405" v="1327" actId="26606"/>
          <ac:grpSpMkLst>
            <pc:docMk/>
            <pc:sldMk cId="4176141100" sldId="266"/>
            <ac:grpSpMk id="108" creationId="{B4DE830A-B531-4A3B-96F6-0ECE88B08555}"/>
          </ac:grpSpMkLst>
        </pc:grpChg>
        <pc:grpChg chg="add del">
          <ac:chgData name="Ignacio Chávez" userId="d353ee6327d66adc" providerId="LiveId" clId="{F698D85C-F0FB-48DB-AD36-3C19477DF36D}" dt="2023-10-04T00:03:36.522" v="1329" actId="26606"/>
          <ac:grpSpMkLst>
            <pc:docMk/>
            <pc:sldMk cId="4176141100" sldId="266"/>
            <ac:grpSpMk id="119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39.733" v="1331" actId="26606"/>
          <ac:grpSpMkLst>
            <pc:docMk/>
            <pc:sldMk cId="4176141100" sldId="266"/>
            <ac:grpSpMk id="132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40.812" v="1333" actId="26606"/>
          <ac:grpSpMkLst>
            <pc:docMk/>
            <pc:sldMk cId="4176141100" sldId="266"/>
            <ac:grpSpMk id="15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42.926" v="1335" actId="26606"/>
          <ac:grpSpMkLst>
            <pc:docMk/>
            <pc:sldMk cId="4176141100" sldId="266"/>
            <ac:grpSpMk id="164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45.742" v="1337" actId="26606"/>
          <ac:grpSpMkLst>
            <pc:docMk/>
            <pc:sldMk cId="4176141100" sldId="266"/>
            <ac:grpSpMk id="175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3:55.610" v="1339" actId="26606"/>
          <ac:grpSpMkLst>
            <pc:docMk/>
            <pc:sldMk cId="4176141100" sldId="266"/>
            <ac:grpSpMk id="196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4176141100" sldId="266"/>
            <ac:grpSpMk id="207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4T00:21:40.778" v="1734" actId="1076"/>
          <ac:picMkLst>
            <pc:docMk/>
            <pc:sldMk cId="4176141100" sldId="266"/>
            <ac:picMk id="5" creationId="{8003331D-C9C4-2C1A-9919-41774A02A24D}"/>
          </ac:picMkLst>
        </pc:picChg>
        <pc:cxnChg chg="add del">
          <ac:chgData name="Ignacio Chávez" userId="d353ee6327d66adc" providerId="LiveId" clId="{F698D85C-F0FB-48DB-AD36-3C19477DF36D}" dt="2023-10-04T00:03:17.659" v="1317" actId="26606"/>
          <ac:cxnSpMkLst>
            <pc:docMk/>
            <pc:sldMk cId="4176141100" sldId="266"/>
            <ac:cxnSpMk id="2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17.659" v="1317" actId="26606"/>
          <ac:cxnSpMkLst>
            <pc:docMk/>
            <pc:sldMk cId="4176141100" sldId="266"/>
            <ac:cxnSpMk id="28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19.503" v="1319" actId="26606"/>
          <ac:cxnSpMkLst>
            <pc:docMk/>
            <pc:sldMk cId="4176141100" sldId="266"/>
            <ac:cxnSpMk id="53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3:19.503" v="1319" actId="26606"/>
          <ac:cxnSpMkLst>
            <pc:docMk/>
            <pc:sldMk cId="4176141100" sldId="266"/>
            <ac:cxnSpMk id="54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00:03:23.504" v="1321" actId="26606"/>
          <ac:cxnSpMkLst>
            <pc:docMk/>
            <pc:sldMk cId="4176141100" sldId="266"/>
            <ac:cxnSpMk id="6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23.504" v="1321" actId="26606"/>
          <ac:cxnSpMkLst>
            <pc:docMk/>
            <pc:sldMk cId="4176141100" sldId="266"/>
            <ac:cxnSpMk id="67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32.001" v="1323" actId="26606"/>
          <ac:cxnSpMkLst>
            <pc:docMk/>
            <pc:sldMk cId="4176141100" sldId="266"/>
            <ac:cxnSpMk id="85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3:32.001" v="1323" actId="26606"/>
          <ac:cxnSpMkLst>
            <pc:docMk/>
            <pc:sldMk cId="4176141100" sldId="266"/>
            <ac:cxnSpMk id="86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00:03:34.241" v="1325" actId="26606"/>
          <ac:cxnSpMkLst>
            <pc:docMk/>
            <pc:sldMk cId="4176141100" sldId="266"/>
            <ac:cxnSpMk id="98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34.241" v="1325" actId="26606"/>
          <ac:cxnSpMkLst>
            <pc:docMk/>
            <pc:sldMk cId="4176141100" sldId="266"/>
            <ac:cxnSpMk id="99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36.522" v="1329" actId="26606"/>
          <ac:cxnSpMkLst>
            <pc:docMk/>
            <pc:sldMk cId="4176141100" sldId="266"/>
            <ac:cxnSpMk id="122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36.522" v="1329" actId="26606"/>
          <ac:cxnSpMkLst>
            <pc:docMk/>
            <pc:sldMk cId="4176141100" sldId="266"/>
            <ac:cxnSpMk id="123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39.733" v="1331" actId="26606"/>
          <ac:cxnSpMkLst>
            <pc:docMk/>
            <pc:sldMk cId="4176141100" sldId="266"/>
            <ac:cxnSpMk id="141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3:39.733" v="1331" actId="26606"/>
          <ac:cxnSpMkLst>
            <pc:docMk/>
            <pc:sldMk cId="4176141100" sldId="266"/>
            <ac:cxnSpMk id="142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00:03:40.812" v="1333" actId="26606"/>
          <ac:cxnSpMkLst>
            <pc:docMk/>
            <pc:sldMk cId="4176141100" sldId="266"/>
            <ac:cxnSpMk id="154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40.812" v="1333" actId="26606"/>
          <ac:cxnSpMkLst>
            <pc:docMk/>
            <pc:sldMk cId="4176141100" sldId="266"/>
            <ac:cxnSpMk id="155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42.926" v="1335" actId="26606"/>
          <ac:cxnSpMkLst>
            <pc:docMk/>
            <pc:sldMk cId="4176141100" sldId="266"/>
            <ac:cxnSpMk id="165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3:42.926" v="1335" actId="26606"/>
          <ac:cxnSpMkLst>
            <pc:docMk/>
            <pc:sldMk cId="4176141100" sldId="266"/>
            <ac:cxnSpMk id="166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00:03:45.742" v="1337" actId="26606"/>
          <ac:cxnSpMkLst>
            <pc:docMk/>
            <pc:sldMk cId="4176141100" sldId="266"/>
            <ac:cxnSpMk id="18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3:45.742" v="1337" actId="26606"/>
          <ac:cxnSpMkLst>
            <pc:docMk/>
            <pc:sldMk cId="4176141100" sldId="266"/>
            <ac:cxnSpMk id="187" creationId="{3842D646-B58C-43C8-8152-01BC782B725D}"/>
          </ac:cxnSpMkLst>
        </pc:cxnChg>
        <pc:cxnChg chg="add del">
          <ac:chgData name="Ignacio Chávez" userId="d353ee6327d66adc" providerId="LiveId" clId="{F698D85C-F0FB-48DB-AD36-3C19477DF36D}" dt="2023-10-04T00:03:55.610" v="1339" actId="26606"/>
          <ac:cxnSpMkLst>
            <pc:docMk/>
            <pc:sldMk cId="4176141100" sldId="266"/>
            <ac:cxnSpMk id="197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3:55.610" v="1339" actId="26606"/>
          <ac:cxnSpMkLst>
            <pc:docMk/>
            <pc:sldMk cId="4176141100" sldId="266"/>
            <ac:cxnSpMk id="198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4176141100" sldId="266"/>
            <ac:cxnSpMk id="218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4176141100" sldId="266"/>
            <ac:cxnSpMk id="219" creationId="{3842D646-B58C-43C8-8152-01BC782B725D}"/>
          </ac:cxnSpMkLst>
        </pc:cxnChg>
      </pc:sldChg>
      <pc:sldChg chg="addSp delSp modSp new mod setBg delDesignElem">
        <pc:chgData name="Ignacio Chávez" userId="d353ee6327d66adc" providerId="LiveId" clId="{F698D85C-F0FB-48DB-AD36-3C19477DF36D}" dt="2023-10-04T22:22:57.693" v="2022" actId="27636"/>
        <pc:sldMkLst>
          <pc:docMk/>
          <pc:sldMk cId="2047358508" sldId="267"/>
        </pc:sldMkLst>
        <pc:spChg chg="mod ord">
          <ac:chgData name="Ignacio Chávez" userId="d353ee6327d66adc" providerId="LiveId" clId="{F698D85C-F0FB-48DB-AD36-3C19477DF36D}" dt="2023-10-04T22:22:57.693" v="2022" actId="27636"/>
          <ac:spMkLst>
            <pc:docMk/>
            <pc:sldMk cId="2047358508" sldId="267"/>
            <ac:spMk id="2" creationId="{A13D1AE7-5AA5-931E-A42A-8EC6911DE995}"/>
          </ac:spMkLst>
        </pc:spChg>
        <pc:spChg chg="del">
          <ac:chgData name="Ignacio Chávez" userId="d353ee6327d66adc" providerId="LiveId" clId="{F698D85C-F0FB-48DB-AD36-3C19477DF36D}" dt="2023-10-04T00:06:31.103" v="1425" actId="931"/>
          <ac:spMkLst>
            <pc:docMk/>
            <pc:sldMk cId="2047358508" sldId="267"/>
            <ac:spMk id="3" creationId="{9002BFD4-1E99-ABC8-0A69-7707F0E98EB7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26" creationId="{66D61E08-70C3-48D8-BEA0-787111DC30DA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28" creationId="{FC55298F-0AE5-478E-AD2B-03C2614C5833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30" creationId="{C180E4EA-0B63-4779-A895-7E90E71088F3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32" creationId="{CEE01D9D-3DE8-4EED-B0D3-8F3C79CC7673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34" creationId="{89AF5CE9-607F-43F4-8983-DCD6DA4051FD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36" creationId="{6EEA2DBD-9E1E-4521-8C01-F32AD18A89E3}"/>
          </ac:spMkLst>
        </pc:spChg>
        <pc:spChg chg="add del">
          <ac:chgData name="Ignacio Chávez" userId="d353ee6327d66adc" providerId="LiveId" clId="{F698D85C-F0FB-48DB-AD36-3C19477DF36D}" dt="2023-10-04T00:06:43.443" v="1429" actId="26606"/>
          <ac:spMkLst>
            <pc:docMk/>
            <pc:sldMk cId="2047358508" sldId="267"/>
            <ac:spMk id="38" creationId="{15BBD2C1-BA9B-46A9-A27A-33498B169272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2" creationId="{9A2DE6E0-967C-4C58-8558-EC08F1138BD1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3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4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7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8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49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50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00:06:46.521" v="1431" actId="26606"/>
          <ac:spMkLst>
            <pc:docMk/>
            <pc:sldMk cId="2047358508" sldId="267"/>
            <ac:spMk id="51" creationId="{2FE2170D-72D6-48A8-8E9A-BFF3BF03D032}"/>
          </ac:spMkLst>
        </pc:spChg>
        <pc:grpChg chg="add del">
          <ac:chgData name="Ignacio Chávez" userId="d353ee6327d66adc" providerId="LiveId" clId="{F698D85C-F0FB-48DB-AD36-3C19477DF36D}" dt="2023-10-04T00:06:39.937" v="1427" actId="26606"/>
          <ac:grpSpMkLst>
            <pc:docMk/>
            <pc:sldMk cId="2047358508" sldId="267"/>
            <ac:grpSpMk id="10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6:43.443" v="1429" actId="26606"/>
          <ac:grpSpMkLst>
            <pc:docMk/>
            <pc:sldMk cId="2047358508" sldId="267"/>
            <ac:grpSpMk id="23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00:06:46.521" v="1431" actId="26606"/>
          <ac:grpSpMkLst>
            <pc:docMk/>
            <pc:sldMk cId="2047358508" sldId="267"/>
            <ac:grpSpMk id="41" creationId="{88C9B83F-64CD-41C1-925F-A08801FFD0BD}"/>
          </ac:grpSpMkLst>
        </pc:gr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2047358508" sldId="267"/>
            <ac:grpSpMk id="53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4T00:06:46.545" v="1432" actId="26606"/>
          <ac:picMkLst>
            <pc:docMk/>
            <pc:sldMk cId="2047358508" sldId="267"/>
            <ac:picMk id="5" creationId="{35EC3F05-2064-5B53-551E-809CD3A38624}"/>
          </ac:picMkLst>
        </pc:picChg>
        <pc:cxnChg chg="add del">
          <ac:chgData name="Ignacio Chávez" userId="d353ee6327d66adc" providerId="LiveId" clId="{F698D85C-F0FB-48DB-AD36-3C19477DF36D}" dt="2023-10-04T00:06:43.443" v="1429" actId="26606"/>
          <ac:cxnSpMkLst>
            <pc:docMk/>
            <pc:sldMk cId="2047358508" sldId="267"/>
            <ac:cxnSpMk id="22" creationId="{A57C1A16-B8AB-4D99-A195-A38F556A6486}"/>
          </ac:cxnSpMkLst>
        </pc:cxnChg>
        <pc:cxnChg chg="add del">
          <ac:chgData name="Ignacio Chávez" userId="d353ee6327d66adc" providerId="LiveId" clId="{F698D85C-F0FB-48DB-AD36-3C19477DF36D}" dt="2023-10-04T00:06:43.443" v="1429" actId="26606"/>
          <ac:cxnSpMkLst>
            <pc:docMk/>
            <pc:sldMk cId="2047358508" sldId="267"/>
            <ac:cxnSpMk id="24" creationId="{F8A9B20B-D1DD-4573-B5EC-558029519236}"/>
          </ac:cxnSpMkLst>
        </pc:cxnChg>
        <pc:cxnChg chg="add del">
          <ac:chgData name="Ignacio Chávez" userId="d353ee6327d66adc" providerId="LiveId" clId="{F698D85C-F0FB-48DB-AD36-3C19477DF36D}" dt="2023-10-04T00:06:46.521" v="1431" actId="26606"/>
          <ac:cxnSpMkLst>
            <pc:docMk/>
            <pc:sldMk cId="2047358508" sldId="267"/>
            <ac:cxnSpMk id="45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00:06:46.521" v="1431" actId="26606"/>
          <ac:cxnSpMkLst>
            <pc:docMk/>
            <pc:sldMk cId="2047358508" sldId="267"/>
            <ac:cxnSpMk id="46" creationId="{3842D646-B58C-43C8-8152-01BC782B725D}"/>
          </ac:cxnSpMkLst>
        </pc:cxnChg>
      </pc:sldChg>
      <pc:sldChg chg="addSp delSp modSp new mod setBg delDesignElem">
        <pc:chgData name="Ignacio Chávez" userId="d353ee6327d66adc" providerId="LiveId" clId="{F698D85C-F0FB-48DB-AD36-3C19477DF36D}" dt="2023-10-04T22:22:35.117" v="2008"/>
        <pc:sldMkLst>
          <pc:docMk/>
          <pc:sldMk cId="3040436272" sldId="268"/>
        </pc:sldMkLst>
        <pc:spChg chg="mod ord">
          <ac:chgData name="Ignacio Chávez" userId="d353ee6327d66adc" providerId="LiveId" clId="{F698D85C-F0FB-48DB-AD36-3C19477DF36D}" dt="2023-10-04T00:13:33.200" v="1538" actId="1076"/>
          <ac:spMkLst>
            <pc:docMk/>
            <pc:sldMk cId="3040436272" sldId="268"/>
            <ac:spMk id="2" creationId="{FE0239FF-7092-641E-0D4A-7716254329AE}"/>
          </ac:spMkLst>
        </pc:spChg>
        <pc:spChg chg="del">
          <ac:chgData name="Ignacio Chávez" userId="d353ee6327d66adc" providerId="LiveId" clId="{F698D85C-F0FB-48DB-AD36-3C19477DF36D}" dt="2023-10-04T00:12:48.095" v="1532" actId="931"/>
          <ac:spMkLst>
            <pc:docMk/>
            <pc:sldMk cId="3040436272" sldId="268"/>
            <ac:spMk id="3" creationId="{46CBADC9-6DB8-BAAD-BBA9-A314289A5EE9}"/>
          </ac:spMkLst>
        </pc:spChg>
        <pc:spChg chg="add del">
          <ac:chgData name="Ignacio Chávez" userId="d353ee6327d66adc" providerId="LiveId" clId="{F698D85C-F0FB-48DB-AD36-3C19477DF36D}" dt="2023-10-04T00:13:06.535" v="1534" actId="478"/>
          <ac:spMkLst>
            <pc:docMk/>
            <pc:sldMk cId="3040436272" sldId="268"/>
            <ac:spMk id="9" creationId="{D8038FF4-713C-D1E3-7B3B-B1440ED9BD2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16" creationId="{3F088236-D655-4F88-B238-E16762358025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18" creationId="{3DAC0C92-199E-475C-9390-119A9B027276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20" creationId="{C4CFB339-0ED8-4FE2-9EF1-6D1375B8499B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22" creationId="{31896C80-2069-4431-9C19-83B91373449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24" creationId="{BF120A21-0841-4823-B0C4-28AEBCEF9B7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26" creationId="{DBB05BAE-BBD3-4289-899F-A6851503C6B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3040436272" sldId="268"/>
            <ac:spMk id="28" creationId="{9874D11C-36F5-4BBE-A490-019A54E953B0}"/>
          </ac:spMkLst>
        </pc:spChg>
        <pc:picChg chg="add mod">
          <ac:chgData name="Ignacio Chávez" userId="d353ee6327d66adc" providerId="LiveId" clId="{F698D85C-F0FB-48DB-AD36-3C19477DF36D}" dt="2023-10-04T00:12:58.561" v="1533" actId="26606"/>
          <ac:picMkLst>
            <pc:docMk/>
            <pc:sldMk cId="3040436272" sldId="268"/>
            <ac:picMk id="5" creationId="{7AEDDDA3-C4ED-10FE-9DF3-9E6C215105C3}"/>
          </ac:picMkLst>
        </pc:pic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3040436272" sldId="268"/>
            <ac:cxnSpMk id="12" creationId="{64FA5DFF-7FE6-4855-84E6-DFA78EE978BD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3040436272" sldId="268"/>
            <ac:cxnSpMk id="14" creationId="{2AFD8CBA-54A3-4363-991B-B9C631BBFA74}"/>
          </ac:cxnSpMkLst>
        </pc:cxnChg>
      </pc:sldChg>
      <pc:sldChg chg="addSp delSp modSp new mod setBg delDesignElem">
        <pc:chgData name="Ignacio Chávez" userId="d353ee6327d66adc" providerId="LiveId" clId="{F698D85C-F0FB-48DB-AD36-3C19477DF36D}" dt="2023-10-04T22:22:35.117" v="2008"/>
        <pc:sldMkLst>
          <pc:docMk/>
          <pc:sldMk cId="4128622332" sldId="269"/>
        </pc:sldMkLst>
        <pc:spChg chg="mod ord">
          <ac:chgData name="Ignacio Chávez" userId="d353ee6327d66adc" providerId="LiveId" clId="{F698D85C-F0FB-48DB-AD36-3C19477DF36D}" dt="2023-10-04T00:16:15.202" v="1654" actId="790"/>
          <ac:spMkLst>
            <pc:docMk/>
            <pc:sldMk cId="4128622332" sldId="269"/>
            <ac:spMk id="2" creationId="{AFFD64A5-555F-90DC-19F0-822BE6B0437D}"/>
          </ac:spMkLst>
        </pc:spChg>
        <pc:spChg chg="del">
          <ac:chgData name="Ignacio Chávez" userId="d353ee6327d66adc" providerId="LiveId" clId="{F698D85C-F0FB-48DB-AD36-3C19477DF36D}" dt="2023-10-04T00:14:47.009" v="1540" actId="931"/>
          <ac:spMkLst>
            <pc:docMk/>
            <pc:sldMk cId="4128622332" sldId="269"/>
            <ac:spMk id="3" creationId="{CEBE6F90-A853-AAFD-63D7-B0C101FC6578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2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24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3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32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34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36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3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4128622332" sldId="269"/>
            <ac:spMk id="42" creationId="{9A2DE6E0-967C-4C58-8558-EC08F1138BD1}"/>
          </ac:spMkLst>
        </pc:s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4128622332" sldId="269"/>
            <ac:grpSpMk id="10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4T00:16:16.607" v="1655" actId="1076"/>
          <ac:picMkLst>
            <pc:docMk/>
            <pc:sldMk cId="4128622332" sldId="269"/>
            <ac:picMk id="5" creationId="{ACBF52E4-336D-E286-22E8-CE396C8E6AEE}"/>
          </ac:picMkLst>
        </pc:pic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4128622332" sldId="269"/>
            <ac:cxnSpMk id="2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4128622332" sldId="269"/>
            <ac:cxnSpMk id="28" creationId="{3842D646-B58C-43C8-8152-01BC782B725D}"/>
          </ac:cxnSpMkLst>
        </pc:cxnChg>
      </pc:sldChg>
      <pc:sldChg chg="addSp delSp modSp new mod setBg delDesignElem">
        <pc:chgData name="Ignacio Chávez" userId="d353ee6327d66adc" providerId="LiveId" clId="{F698D85C-F0FB-48DB-AD36-3C19477DF36D}" dt="2023-10-04T22:22:35.117" v="2008"/>
        <pc:sldMkLst>
          <pc:docMk/>
          <pc:sldMk cId="571128526" sldId="270"/>
        </pc:sldMkLst>
        <pc:spChg chg="mod ord">
          <ac:chgData name="Ignacio Chávez" userId="d353ee6327d66adc" providerId="LiveId" clId="{F698D85C-F0FB-48DB-AD36-3C19477DF36D}" dt="2023-10-04T00:19:33.947" v="1731" actId="26606"/>
          <ac:spMkLst>
            <pc:docMk/>
            <pc:sldMk cId="571128526" sldId="270"/>
            <ac:spMk id="2" creationId="{50A36A3E-1713-FC4D-B005-4C5BADB75662}"/>
          </ac:spMkLst>
        </pc:spChg>
        <pc:spChg chg="del">
          <ac:chgData name="Ignacio Chávez" userId="d353ee6327d66adc" providerId="LiveId" clId="{F698D85C-F0FB-48DB-AD36-3C19477DF36D}" dt="2023-10-04T00:19:30.161" v="1730" actId="931"/>
          <ac:spMkLst>
            <pc:docMk/>
            <pc:sldMk cId="571128526" sldId="270"/>
            <ac:spMk id="3" creationId="{DD5FA53F-538C-AD01-198B-9BEBF4171D35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22" creationId="{3559A5F2-8BE0-4998-A1E4-1B145465A98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24" creationId="{3A6596D4-D53C-424F-9F16-CC8686C079E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30" creationId="{9772CABD-4211-42AA-B349-D4002E52F1E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32" creationId="{BBD91630-4DBA-4294-8016-FEB5C3B0CED1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34" creationId="{E67D1587-504D-41BC-9D48-B61257BFBCF0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36" creationId="{8765DD1A-F044-4DE7-8A9B-7C30DC85A4AF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38" creationId="{2FE2170D-72D6-48A8-8E9A-BFF3BF03D032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40" creationId="{01D19436-094D-463D-AFEA-870FDBD03797}"/>
          </ac:spMkLst>
        </pc:spChg>
        <pc:spChg chg="add del">
          <ac:chgData name="Ignacio Chávez" userId="d353ee6327d66adc" providerId="LiveId" clId="{F698D85C-F0FB-48DB-AD36-3C19477DF36D}" dt="2023-10-04T22:22:35.117" v="2008"/>
          <ac:spMkLst>
            <pc:docMk/>
            <pc:sldMk cId="571128526" sldId="270"/>
            <ac:spMk id="42" creationId="{9A2DE6E0-967C-4C58-8558-EC08F1138BD1}"/>
          </ac:spMkLst>
        </pc:spChg>
        <pc:grpChg chg="add del">
          <ac:chgData name="Ignacio Chávez" userId="d353ee6327d66adc" providerId="LiveId" clId="{F698D85C-F0FB-48DB-AD36-3C19477DF36D}" dt="2023-10-04T22:22:35.117" v="2008"/>
          <ac:grpSpMkLst>
            <pc:docMk/>
            <pc:sldMk cId="571128526" sldId="270"/>
            <ac:grpSpMk id="10" creationId="{88C9B83F-64CD-41C1-925F-A08801FFD0BD}"/>
          </ac:grpSpMkLst>
        </pc:grpChg>
        <pc:picChg chg="add mod">
          <ac:chgData name="Ignacio Chávez" userId="d353ee6327d66adc" providerId="LiveId" clId="{F698D85C-F0FB-48DB-AD36-3C19477DF36D}" dt="2023-10-04T00:19:33.947" v="1731" actId="26606"/>
          <ac:picMkLst>
            <pc:docMk/>
            <pc:sldMk cId="571128526" sldId="270"/>
            <ac:picMk id="5" creationId="{D44BB270-4ED4-81CC-5264-AB7D14EDA924}"/>
          </ac:picMkLst>
        </pc:pic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571128526" sldId="270"/>
            <ac:cxnSpMk id="26" creationId="{81BB890B-70D4-42FE-A599-6AEF1A42D972}"/>
          </ac:cxnSpMkLst>
        </pc:cxnChg>
        <pc:cxnChg chg="add del">
          <ac:chgData name="Ignacio Chávez" userId="d353ee6327d66adc" providerId="LiveId" clId="{F698D85C-F0FB-48DB-AD36-3C19477DF36D}" dt="2023-10-04T22:22:35.117" v="2008"/>
          <ac:cxnSpMkLst>
            <pc:docMk/>
            <pc:sldMk cId="571128526" sldId="270"/>
            <ac:cxnSpMk id="28" creationId="{3842D646-B58C-43C8-8152-01BC782B725D}"/>
          </ac:cxnSpMkLst>
        </pc:cxnChg>
      </pc:sldChg>
      <pc:sldChg chg="new add del">
        <pc:chgData name="Ignacio Chávez" userId="d353ee6327d66adc" providerId="LiveId" clId="{F698D85C-F0FB-48DB-AD36-3C19477DF36D}" dt="2023-10-04T22:20:47.064" v="1991" actId="47"/>
        <pc:sldMkLst>
          <pc:docMk/>
          <pc:sldMk cId="1258697031" sldId="271"/>
        </pc:sldMkLst>
      </pc:sldChg>
      <pc:sldChg chg="addSp delSp modSp new del mod">
        <pc:chgData name="Ignacio Chávez" userId="d353ee6327d66adc" providerId="LiveId" clId="{F698D85C-F0FB-48DB-AD36-3C19477DF36D}" dt="2023-10-04T21:58:52.700" v="1987" actId="2696"/>
        <pc:sldMkLst>
          <pc:docMk/>
          <pc:sldMk cId="1407570376" sldId="271"/>
        </pc:sldMkLst>
        <pc:spChg chg="add del mod">
          <ac:chgData name="Ignacio Chávez" userId="d353ee6327d66adc" providerId="LiveId" clId="{F698D85C-F0FB-48DB-AD36-3C19477DF36D}" dt="2023-10-04T21:58:45.061" v="1983"/>
          <ac:spMkLst>
            <pc:docMk/>
            <pc:sldMk cId="1407570376" sldId="271"/>
            <ac:spMk id="6" creationId="{3D7A5943-A896-5AF6-D4A0-D669EF5A7EED}"/>
          </ac:spMkLst>
        </pc:spChg>
        <pc:spChg chg="add del mod">
          <ac:chgData name="Ignacio Chávez" userId="d353ee6327d66adc" providerId="LiveId" clId="{F698D85C-F0FB-48DB-AD36-3C19477DF36D}" dt="2023-10-04T21:58:45.036" v="1982"/>
          <ac:spMkLst>
            <pc:docMk/>
            <pc:sldMk cId="1407570376" sldId="271"/>
            <ac:spMk id="7" creationId="{4EBC7A12-5C2F-17B8-FCD3-6E863E5AE109}"/>
          </ac:spMkLst>
        </pc:spChg>
        <pc:picChg chg="add del mod">
          <ac:chgData name="Ignacio Chávez" userId="d353ee6327d66adc" providerId="LiveId" clId="{F698D85C-F0FB-48DB-AD36-3C19477DF36D}" dt="2023-10-04T21:58:45.158" v="1986"/>
          <ac:picMkLst>
            <pc:docMk/>
            <pc:sldMk cId="1407570376" sldId="271"/>
            <ac:picMk id="5" creationId="{32158E56-752C-CCFB-B1FE-E4CBFFD388C7}"/>
          </ac:picMkLst>
        </pc:picChg>
      </pc:sldChg>
      <pc:sldChg chg="addSp delSp modSp new mod setBg modClrScheme delDesignElem chgLayout">
        <pc:chgData name="Ignacio Chávez" userId="d353ee6327d66adc" providerId="LiveId" clId="{F698D85C-F0FB-48DB-AD36-3C19477DF36D}" dt="2023-10-04T22:52:22.793" v="3029" actId="1076"/>
        <pc:sldMkLst>
          <pc:docMk/>
          <pc:sldMk cId="2207031313" sldId="271"/>
        </pc:sldMkLst>
        <pc:spChg chg="add del mod">
          <ac:chgData name="Ignacio Chávez" userId="d353ee6327d66adc" providerId="LiveId" clId="{F698D85C-F0FB-48DB-AD36-3C19477DF36D}" dt="2023-10-04T22:36:34.963" v="2696" actId="21"/>
          <ac:spMkLst>
            <pc:docMk/>
            <pc:sldMk cId="2207031313" sldId="271"/>
            <ac:spMk id="4" creationId="{E22477F6-7AAA-8988-7F00-725E38C33BF6}"/>
          </ac:spMkLst>
        </pc:spChg>
        <pc:spChg chg="add del">
          <ac:chgData name="Ignacio Chávez" userId="d353ee6327d66adc" providerId="LiveId" clId="{F698D85C-F0FB-48DB-AD36-3C19477DF36D}" dt="2023-10-04T22:30:53.305" v="2035" actId="26606"/>
          <ac:spMkLst>
            <pc:docMk/>
            <pc:sldMk cId="2207031313" sldId="271"/>
            <ac:spMk id="5" creationId="{03E8462A-FEBA-4848-81CC-3F8DA3E477BE}"/>
          </ac:spMkLst>
        </pc:spChg>
        <pc:spChg chg="add mod">
          <ac:chgData name="Ignacio Chávez" userId="d353ee6327d66adc" providerId="LiveId" clId="{F698D85C-F0FB-48DB-AD36-3C19477DF36D}" dt="2023-10-04T22:52:07.880" v="3028" actId="1076"/>
          <ac:spMkLst>
            <pc:docMk/>
            <pc:sldMk cId="2207031313" sldId="271"/>
            <ac:spMk id="7" creationId="{FE4277FE-F388-5ADB-0CD1-D94612338AD4}"/>
          </ac:spMkLst>
        </pc:spChg>
        <pc:spChg chg="add del">
          <ac:chgData name="Ignacio Chávez" userId="d353ee6327d66adc" providerId="LiveId" clId="{F698D85C-F0FB-48DB-AD36-3C19477DF36D}" dt="2023-10-04T22:30:41.593" v="2031" actId="26606"/>
          <ac:spMkLst>
            <pc:docMk/>
            <pc:sldMk cId="2207031313" sldId="271"/>
            <ac:spMk id="8" creationId="{41DC778F-EF1A-4C1B-B1AD-BA37A74E5DD7}"/>
          </ac:spMkLst>
        </pc:spChg>
        <pc:spChg chg="add mod ord">
          <ac:chgData name="Ignacio Chávez" userId="d353ee6327d66adc" providerId="LiveId" clId="{F698D85C-F0FB-48DB-AD36-3C19477DF36D}" dt="2023-10-04T22:52:22.793" v="3029" actId="1076"/>
          <ac:spMkLst>
            <pc:docMk/>
            <pc:sldMk cId="2207031313" sldId="271"/>
            <ac:spMk id="9" creationId="{FDC9CBBE-A211-934F-2840-F25910022BCE}"/>
          </ac:spMkLst>
        </pc:spChg>
        <pc:spChg chg="add del">
          <ac:chgData name="Ignacio Chávez" userId="d353ee6327d66adc" providerId="LiveId" clId="{F698D85C-F0FB-48DB-AD36-3C19477DF36D}" dt="2023-10-04T22:30:41.593" v="2031" actId="26606"/>
          <ac:spMkLst>
            <pc:docMk/>
            <pc:sldMk cId="2207031313" sldId="271"/>
            <ac:spMk id="10" creationId="{613FCDB4-670C-4568-96EE-093382A9E682}"/>
          </ac:spMkLst>
        </pc:spChg>
        <pc:spChg chg="add del">
          <ac:chgData name="Ignacio Chávez" userId="d353ee6327d66adc" providerId="LiveId" clId="{F698D85C-F0FB-48DB-AD36-3C19477DF36D}" dt="2023-10-04T22:31:02.681" v="2039" actId="26606"/>
          <ac:spMkLst>
            <pc:docMk/>
            <pc:sldMk cId="2207031313" sldId="271"/>
            <ac:spMk id="14" creationId="{7FBCF2A6-1F18-4B68-B5D2-5B763ED4159A}"/>
          </ac:spMkLst>
        </pc:spChg>
        <pc:spChg chg="add del">
          <ac:chgData name="Ignacio Chávez" userId="d353ee6327d66adc" providerId="LiveId" clId="{F698D85C-F0FB-48DB-AD36-3C19477DF36D}" dt="2023-10-04T22:31:02.681" v="2039" actId="26606"/>
          <ac:spMkLst>
            <pc:docMk/>
            <pc:sldMk cId="2207031313" sldId="271"/>
            <ac:spMk id="16" creationId="{FF3A27FB-A693-4A75-951E-0C77CD98F032}"/>
          </ac:spMkLst>
        </pc:spChg>
        <pc:spChg chg="add del mod ord">
          <ac:chgData name="Ignacio Chávez" userId="d353ee6327d66adc" providerId="LiveId" clId="{F698D85C-F0FB-48DB-AD36-3C19477DF36D}" dt="2023-10-04T22:51:49.477" v="3006" actId="21"/>
          <ac:spMkLst>
            <pc:docMk/>
            <pc:sldMk cId="2207031313" sldId="271"/>
            <ac:spMk id="20" creationId="{5ECEB3F8-D225-EDA0-6287-F26CE8C69D42}"/>
          </ac:spMkLst>
        </pc:spChg>
        <pc:spChg chg="add del">
          <ac:chgData name="Ignacio Chávez" userId="d353ee6327d66adc" providerId="LiveId" clId="{F698D85C-F0FB-48DB-AD36-3C19477DF36D}" dt="2023-10-04T22:30:53.305" v="2035" actId="26606"/>
          <ac:spMkLst>
            <pc:docMk/>
            <pc:sldMk cId="2207031313" sldId="271"/>
            <ac:spMk id="21" creationId="{7941F9B1-B01B-4A84-89D9-B169AEB4E456}"/>
          </ac:spMkLst>
        </pc:spChg>
        <pc:spChg chg="add del">
          <ac:chgData name="Ignacio Chávez" userId="d353ee6327d66adc" providerId="LiveId" clId="{F698D85C-F0FB-48DB-AD36-3C19477DF36D}" dt="2023-10-04T22:30:56.296" v="2037" actId="26606"/>
          <ac:spMkLst>
            <pc:docMk/>
            <pc:sldMk cId="2207031313" sldId="271"/>
            <ac:spMk id="23" creationId="{41DC778F-EF1A-4C1B-B1AD-BA37A74E5DD7}"/>
          </ac:spMkLst>
        </pc:spChg>
        <pc:spChg chg="add del">
          <ac:chgData name="Ignacio Chávez" userId="d353ee6327d66adc" providerId="LiveId" clId="{F698D85C-F0FB-48DB-AD36-3C19477DF36D}" dt="2023-10-04T22:30:56.296" v="2037" actId="26606"/>
          <ac:spMkLst>
            <pc:docMk/>
            <pc:sldMk cId="2207031313" sldId="271"/>
            <ac:spMk id="24" creationId="{613FCDB4-670C-4568-96EE-093382A9E682}"/>
          </ac:spMkLst>
        </pc:spChg>
        <pc:spChg chg="add del">
          <ac:chgData name="Ignacio Chávez" userId="d353ee6327d66adc" providerId="LiveId" clId="{F698D85C-F0FB-48DB-AD36-3C19477DF36D}" dt="2023-10-04T22:31:02.681" v="2039" actId="26606"/>
          <ac:spMkLst>
            <pc:docMk/>
            <pc:sldMk cId="2207031313" sldId="271"/>
            <ac:spMk id="26" creationId="{85C2136B-77EC-41E9-BDB6-58A4AE1429B7}"/>
          </ac:spMkLst>
        </pc:spChg>
        <pc:spChg chg="add del">
          <ac:chgData name="Ignacio Chávez" userId="d353ee6327d66adc" providerId="LiveId" clId="{F698D85C-F0FB-48DB-AD36-3C19477DF36D}" dt="2023-10-04T22:31:05.808" v="2041" actId="26606"/>
          <ac:spMkLst>
            <pc:docMk/>
            <pc:sldMk cId="2207031313" sldId="271"/>
            <ac:spMk id="29" creationId="{85C2136B-77EC-41E9-BDB6-58A4AE1429B7}"/>
          </ac:spMkLst>
        </pc:spChg>
        <pc:spChg chg="add del">
          <ac:chgData name="Ignacio Chávez" userId="d353ee6327d66adc" providerId="LiveId" clId="{F698D85C-F0FB-48DB-AD36-3C19477DF36D}" dt="2023-10-04T22:31:05.808" v="2041" actId="26606"/>
          <ac:spMkLst>
            <pc:docMk/>
            <pc:sldMk cId="2207031313" sldId="271"/>
            <ac:spMk id="32" creationId="{7FBCF2A6-1F18-4B68-B5D2-5B763ED4159A}"/>
          </ac:spMkLst>
        </pc:spChg>
        <pc:spChg chg="add del">
          <ac:chgData name="Ignacio Chávez" userId="d353ee6327d66adc" providerId="LiveId" clId="{F698D85C-F0FB-48DB-AD36-3C19477DF36D}" dt="2023-10-04T22:31:05.808" v="2041" actId="26606"/>
          <ac:spMkLst>
            <pc:docMk/>
            <pc:sldMk cId="2207031313" sldId="271"/>
            <ac:spMk id="33" creationId="{FF3A27FB-A693-4A75-951E-0C77CD98F032}"/>
          </ac:spMkLst>
        </pc:spChg>
        <pc:spChg chg="add del">
          <ac:chgData name="Ignacio Chávez" userId="d353ee6327d66adc" providerId="LiveId" clId="{F698D85C-F0FB-48DB-AD36-3C19477DF36D}" dt="2023-10-04T22:51:45.803" v="3005" actId="700"/>
          <ac:spMkLst>
            <pc:docMk/>
            <pc:sldMk cId="2207031313" sldId="271"/>
            <ac:spMk id="35" creationId="{85C2136B-77EC-41E9-BDB6-58A4AE1429B7}"/>
          </ac:spMkLst>
        </pc:spChg>
        <pc:spChg chg="add del">
          <ac:chgData name="Ignacio Chávez" userId="d353ee6327d66adc" providerId="LiveId" clId="{F698D85C-F0FB-48DB-AD36-3C19477DF36D}" dt="2023-10-04T22:51:45.803" v="3005" actId="700"/>
          <ac:spMkLst>
            <pc:docMk/>
            <pc:sldMk cId="2207031313" sldId="271"/>
            <ac:spMk id="38" creationId="{7FBCF2A6-1F18-4B68-B5D2-5B763ED4159A}"/>
          </ac:spMkLst>
        </pc:spChg>
        <pc:spChg chg="add del">
          <ac:chgData name="Ignacio Chávez" userId="d353ee6327d66adc" providerId="LiveId" clId="{F698D85C-F0FB-48DB-AD36-3C19477DF36D}" dt="2023-10-04T22:51:45.803" v="3005" actId="700"/>
          <ac:spMkLst>
            <pc:docMk/>
            <pc:sldMk cId="2207031313" sldId="271"/>
            <ac:spMk id="39" creationId="{FF3A27FB-A693-4A75-951E-0C77CD98F032}"/>
          </ac:spMkLst>
        </pc:spChg>
        <pc:grpChg chg="add del">
          <ac:chgData name="Ignacio Chávez" userId="d353ee6327d66adc" providerId="LiveId" clId="{F698D85C-F0FB-48DB-AD36-3C19477DF36D}" dt="2023-10-04T22:30:53.305" v="2035" actId="26606"/>
          <ac:grpSpMkLst>
            <pc:docMk/>
            <pc:sldMk cId="2207031313" sldId="271"/>
            <ac:grpSpMk id="6" creationId="{2109F83F-40FE-4DB3-84CC-09FB3340D06D}"/>
          </ac:grpSpMkLst>
        </pc:grpChg>
        <pc:picChg chg="add mod">
          <ac:chgData name="Ignacio Chávez" userId="d353ee6327d66adc" providerId="LiveId" clId="{F698D85C-F0FB-48DB-AD36-3C19477DF36D}" dt="2023-10-04T22:35:13.968" v="2690" actId="1076"/>
          <ac:picMkLst>
            <pc:docMk/>
            <pc:sldMk cId="2207031313" sldId="271"/>
            <ac:picMk id="3" creationId="{35AC15F0-059F-AAF9-137A-ECB710854A86}"/>
          </ac:picMkLst>
        </pc:picChg>
        <pc:cxnChg chg="add del">
          <ac:chgData name="Ignacio Chávez" userId="d353ee6327d66adc" providerId="LiveId" clId="{F698D85C-F0FB-48DB-AD36-3C19477DF36D}" dt="2023-10-04T22:31:02.681" v="2039" actId="26606"/>
          <ac:cxnSpMkLst>
            <pc:docMk/>
            <pc:sldMk cId="2207031313" sldId="271"/>
            <ac:cxnSpMk id="12" creationId="{FB1FCEB1-A7E1-417C-A7EF-AA30D5A0859F}"/>
          </ac:cxnSpMkLst>
        </pc:cxnChg>
        <pc:cxnChg chg="add del">
          <ac:chgData name="Ignacio Chávez" userId="d353ee6327d66adc" providerId="LiveId" clId="{F698D85C-F0FB-48DB-AD36-3C19477DF36D}" dt="2023-10-04T22:31:02.681" v="2039" actId="26606"/>
          <ac:cxnSpMkLst>
            <pc:docMk/>
            <pc:sldMk cId="2207031313" sldId="271"/>
            <ac:cxnSpMk id="27" creationId="{E55891F3-A5E2-4418-8950-25FA2B731209}"/>
          </ac:cxnSpMkLst>
        </pc:cxnChg>
        <pc:cxnChg chg="add del">
          <ac:chgData name="Ignacio Chávez" userId="d353ee6327d66adc" providerId="LiveId" clId="{F698D85C-F0FB-48DB-AD36-3C19477DF36D}" dt="2023-10-04T22:31:05.808" v="2041" actId="26606"/>
          <ac:cxnSpMkLst>
            <pc:docMk/>
            <pc:sldMk cId="2207031313" sldId="271"/>
            <ac:cxnSpMk id="30" creationId="{E55891F3-A5E2-4418-8950-25FA2B731209}"/>
          </ac:cxnSpMkLst>
        </pc:cxnChg>
        <pc:cxnChg chg="add del">
          <ac:chgData name="Ignacio Chávez" userId="d353ee6327d66adc" providerId="LiveId" clId="{F698D85C-F0FB-48DB-AD36-3C19477DF36D}" dt="2023-10-04T22:31:05.808" v="2041" actId="26606"/>
          <ac:cxnSpMkLst>
            <pc:docMk/>
            <pc:sldMk cId="2207031313" sldId="271"/>
            <ac:cxnSpMk id="31" creationId="{FB1FCEB1-A7E1-417C-A7EF-AA30D5A0859F}"/>
          </ac:cxnSpMkLst>
        </pc:cxnChg>
        <pc:cxnChg chg="add del">
          <ac:chgData name="Ignacio Chávez" userId="d353ee6327d66adc" providerId="LiveId" clId="{F698D85C-F0FB-48DB-AD36-3C19477DF36D}" dt="2023-10-04T22:51:45.803" v="3005" actId="700"/>
          <ac:cxnSpMkLst>
            <pc:docMk/>
            <pc:sldMk cId="2207031313" sldId="271"/>
            <ac:cxnSpMk id="36" creationId="{E55891F3-A5E2-4418-8950-25FA2B731209}"/>
          </ac:cxnSpMkLst>
        </pc:cxnChg>
        <pc:cxnChg chg="add del">
          <ac:chgData name="Ignacio Chávez" userId="d353ee6327d66adc" providerId="LiveId" clId="{F698D85C-F0FB-48DB-AD36-3C19477DF36D}" dt="2023-10-04T22:51:45.803" v="3005" actId="700"/>
          <ac:cxnSpMkLst>
            <pc:docMk/>
            <pc:sldMk cId="2207031313" sldId="271"/>
            <ac:cxnSpMk id="37" creationId="{FB1FCEB1-A7E1-417C-A7EF-AA30D5A0859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6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0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15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8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4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1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92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0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560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190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3146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77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26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8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5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chemeClr val="tx1">
                <a:alpha val="1000"/>
              </a:schemeClr>
            </a:gs>
            <a:gs pos="64000">
              <a:srgbClr val="6AA500">
                <a:lumMod val="77120"/>
                <a:alpha val="2000"/>
              </a:srgbClr>
            </a:gs>
            <a:gs pos="100000">
              <a:schemeClr val="accent1">
                <a:shade val="100000"/>
                <a:satMod val="115000"/>
                <a:alpha val="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luz&#10;&#10;Descripción generada automáticamente">
            <a:extLst>
              <a:ext uri="{FF2B5EF4-FFF2-40B4-BE49-F238E27FC236}">
                <a16:creationId xmlns:a16="http://schemas.microsoft.com/office/drawing/2014/main" id="{35AC15F0-059F-AAF9-137A-ECB710854A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0" r="16837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E4277FE-F388-5ADB-0CD1-D94612338AD4}"/>
              </a:ext>
            </a:extLst>
          </p:cNvPr>
          <p:cNvSpPr/>
          <p:nvPr/>
        </p:nvSpPr>
        <p:spPr>
          <a:xfrm>
            <a:off x="0" y="0"/>
            <a:ext cx="9496425" cy="6857990"/>
          </a:xfrm>
          <a:prstGeom prst="rect">
            <a:avLst/>
          </a:prstGeom>
          <a:gradFill>
            <a:gsLst>
              <a:gs pos="100000">
                <a:schemeClr val="tx1">
                  <a:alpha val="1000"/>
                </a:schemeClr>
              </a:gs>
              <a:gs pos="24000">
                <a:schemeClr val="tx1"/>
              </a:gs>
              <a:gs pos="100000">
                <a:schemeClr val="accent1">
                  <a:shade val="100000"/>
                  <a:satMod val="115000"/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FDC9CBBE-A211-934F-2840-F2591002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5" y="1217300"/>
            <a:ext cx="8596668" cy="1826581"/>
          </a:xfrm>
        </p:spPr>
        <p:txBody>
          <a:bodyPr/>
          <a:lstStyle/>
          <a:p>
            <a:r>
              <a:rPr lang="es-CL" dirty="0"/>
              <a:t>Muro digital CCTV</a:t>
            </a:r>
          </a:p>
        </p:txBody>
      </p:sp>
    </p:spTree>
    <p:extLst>
      <p:ext uri="{BB962C8B-B14F-4D97-AF65-F5344CB8AC3E}">
        <p14:creationId xmlns:p14="http://schemas.microsoft.com/office/powerpoint/2010/main" val="220703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CE4D-2739-6FDD-6707-5D5C1EBF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Ranking de Recuperaciones por Zona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187AE-06F4-2278-135B-79CB909D3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5234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0E1EAF84-DD5E-5246-B1FC-4FE75DD0BD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9" b="1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7643B-BB19-CC75-1F88-C1DFB1A5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100"/>
              <a:t>Mantener la Higiene en los baños</a:t>
            </a:r>
            <a:endParaRPr lang="es-CL" sz="31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503A41-C1DF-6BDB-092C-4E3DE6F5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es-CL"/>
              <a:t>La higiene en nuestros baños es responsabilidad de todos. Mantenerlos limpios no solo es cuestión de comodidad, sino también el respeto hacia nuestros compañeros de trabajo.</a:t>
            </a:r>
          </a:p>
        </p:txBody>
      </p:sp>
      <p:cxnSp>
        <p:nvCxnSpPr>
          <p:cNvPr id="86" name="Straight Connector 3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3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8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4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925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30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planta, árbol, exterior, tabla">
            <a:extLst>
              <a:ext uri="{FF2B5EF4-FFF2-40B4-BE49-F238E27FC236}">
                <a16:creationId xmlns:a16="http://schemas.microsoft.com/office/drawing/2014/main" id="{366D188E-B9CF-204E-AD16-B2FE3BE5C6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t="8021" b="802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1B80D9-3A62-7DD6-98B5-21746B3E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s-CL" dirty="0"/>
              <a:t>Mensaje de la semana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A0DC05-C731-AAC0-DADA-9DB06A654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s-CL">
                <a:solidFill>
                  <a:srgbClr val="FFFFFF"/>
                </a:solidFill>
              </a:rPr>
              <a:t>El camino hacia el éxito no siempre es fácil, pero cada desafío que enfrentamos nos hace más fuertes. En nuestro trabajo en CCTV Falabella, desempeñamos un papel fundamental en la seguridad y el bienestar de nuestros clientes y de la comunidad. Recordemos que cada día que hacemos nuestro trabajo con dedicación y pasión, estamos contribuyendo a un mundo más seguro. Mantengamos nuestro compromiso, perseverancia y unidad en nuestro equipo, porque juntos, podemos superar cualquier obstáculo y lograr grandes cosas. ¡Sigamos adelante con determinación y confianza en el futuro!</a:t>
            </a:r>
          </a:p>
        </p:txBody>
      </p:sp>
    </p:spTree>
    <p:extLst>
      <p:ext uri="{BB962C8B-B14F-4D97-AF65-F5344CB8AC3E}">
        <p14:creationId xmlns:p14="http://schemas.microsoft.com/office/powerpoint/2010/main" val="1195569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5CA38-633C-53F8-98C9-308CE63E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Mejor Recuperación de la Semana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9693C-DFD5-A70C-D9DD-1EE927C8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9867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D0DEB2E7-7FA4-6081-5092-354B5720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s-CL" sz="4200" dirty="0"/>
              <a:t>Los Pasos para una Correcta Detención</a:t>
            </a:r>
          </a:p>
        </p:txBody>
      </p:sp>
      <p:pic>
        <p:nvPicPr>
          <p:cNvPr id="58" name="Marcador de contenido 57" descr="Un hombre con una botella de vino en una tienda&#10;&#10;Descripción generada automáticamente con confianza media">
            <a:extLst>
              <a:ext uri="{FF2B5EF4-FFF2-40B4-BE49-F238E27FC236}">
                <a16:creationId xmlns:a16="http://schemas.microsoft.com/office/drawing/2014/main" id="{566359A7-2AEB-3723-59B1-234D769C51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40464" r="15238" b="1640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394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ítulo 52">
            <a:extLst>
              <a:ext uri="{FF2B5EF4-FFF2-40B4-BE49-F238E27FC236}">
                <a16:creationId xmlns:a16="http://schemas.microsoft.com/office/drawing/2014/main" id="{2B8BF0C7-64DF-70C1-C041-783D1B79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742950" indent="-742950" algn="r">
              <a:lnSpc>
                <a:spcPct val="90000"/>
              </a:lnSpc>
              <a:buFont typeface="+mj-lt"/>
              <a:buAutoNum type="arabicPeriod"/>
            </a:pPr>
            <a:r>
              <a:rPr lang="es-CL" sz="2600" dirty="0"/>
              <a:t>El delito de hurto se verifica una vez traspasada la línea de seguridad definida por la empresa.</a:t>
            </a:r>
          </a:p>
        </p:txBody>
      </p:sp>
      <p:pic>
        <p:nvPicPr>
          <p:cNvPr id="58" name="Marcador de contenido 57" descr="Imagen que contiene persona, interior, techo, edificio&#10;&#10;Descripción generada automáticamente">
            <a:extLst>
              <a:ext uri="{FF2B5EF4-FFF2-40B4-BE49-F238E27FC236}">
                <a16:creationId xmlns:a16="http://schemas.microsoft.com/office/drawing/2014/main" id="{8F343CEF-9AA0-D763-8BAD-6DA35E0CD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038" r="8890" b="1343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138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Man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B00C59D-3D68-26AA-B88C-9FF4431DA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1" r="1206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B4537A-6F95-5660-8293-25B2ED4D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034" y="1822579"/>
            <a:ext cx="3782700" cy="526868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2.	</a:t>
            </a:r>
            <a:r>
              <a:rPr lang="es-CL" sz="2800" dirty="0"/>
              <a:t>Solo cuando esté totalmente seguro de que una persona cometió un delito, proceda a la detención. En caso de duda, absténgase.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1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5303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C64A-E8CB-B431-3219-28B0BBCC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s-CL" sz="3000" dirty="0"/>
              <a:t>3.	Nunca agreda a un detenido, solo debe utilizar la fuerza necesaria y racional para reducirlo.</a:t>
            </a:r>
          </a:p>
        </p:txBody>
      </p:sp>
      <p:pic>
        <p:nvPicPr>
          <p:cNvPr id="5" name="Marcador de contenido 4" descr="Dibujo animado de un personaje animado&#10;&#10;Descripción generada automáticamente con confianza baja">
            <a:extLst>
              <a:ext uri="{FF2B5EF4-FFF2-40B4-BE49-F238E27FC236}">
                <a16:creationId xmlns:a16="http://schemas.microsoft.com/office/drawing/2014/main" id="{A50B4FCF-7FC2-F6C7-9A16-6F254AD8F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091" t="17662" b="15641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849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 descr="Un grupo de personas en uniforme junto a una persona&#10;&#10;Descripción generada automáticamente con confianza media">
            <a:extLst>
              <a:ext uri="{FF2B5EF4-FFF2-40B4-BE49-F238E27FC236}">
                <a16:creationId xmlns:a16="http://schemas.microsoft.com/office/drawing/2014/main" id="{8003331D-C9C4-2C1A-9919-41774A02A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403" r="7199" b="909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85A6FA-EABC-36BA-DE00-523A0D05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300"/>
              <a:t>4.	Las personas no deben ser registradas por el guardia de seguridad. De acuerdo al </a:t>
            </a:r>
            <a:r>
              <a:rPr lang="en-US" sz="2300" b="1"/>
              <a:t>Art.85 del CPP, </a:t>
            </a:r>
            <a:r>
              <a:rPr lang="en-US" sz="2300"/>
              <a:t>las policías son los únicos facultados para realizar esta acción. </a:t>
            </a:r>
            <a:endParaRPr lang="en-US" sz="2300" b="1"/>
          </a:p>
        </p:txBody>
      </p: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3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14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D1AE7-5AA5-931E-A42A-8EC6911D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/>
              <a:t>5.	Cuando una persona es detenida, </a:t>
            </a:r>
            <a:r>
              <a:rPr lang="en-US" sz="3000" b="1"/>
              <a:t>en ningún momento </a:t>
            </a:r>
            <a:r>
              <a:rPr lang="en-US" sz="3000"/>
              <a:t>debe permanecer sola.</a:t>
            </a:r>
          </a:p>
        </p:txBody>
      </p:sp>
      <p:pic>
        <p:nvPicPr>
          <p:cNvPr id="5" name="Marcador de contenido 4" descr="Imagen que contiene persona, exterior, parado, hombre&#10;&#10;Descripción generada automáticamente">
            <a:extLst>
              <a:ext uri="{FF2B5EF4-FFF2-40B4-BE49-F238E27FC236}">
                <a16:creationId xmlns:a16="http://schemas.microsoft.com/office/drawing/2014/main" id="{35EC3F05-2064-5B53-551E-809CD3A38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38" r="24026" b="909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735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Un grupo de hombres vestidos de negro&#10;&#10;Descripción generada automáticamente">
            <a:extLst>
              <a:ext uri="{FF2B5EF4-FFF2-40B4-BE49-F238E27FC236}">
                <a16:creationId xmlns:a16="http://schemas.microsoft.com/office/drawing/2014/main" id="{7AEDDDA3-C4ED-10FE-9DF3-9E6C21510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80" b="10950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0239FF-7092-641E-0D4A-77162543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38" y="1780116"/>
            <a:ext cx="3851123" cy="5086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2800" dirty="0"/>
              <a:t>6.	Las mujeres o menores de edad deben ser acompañados </a:t>
            </a:r>
            <a:r>
              <a:rPr lang="es-CL" sz="2800" b="1" dirty="0"/>
              <a:t>siempre </a:t>
            </a:r>
            <a:r>
              <a:rPr lang="es-CL" sz="2800" dirty="0"/>
              <a:t>por dos guardias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304043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7" name="Isosceles Triangle 3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 descr="Un hombre parado al lado de un coche&#10;&#10;Descripción generada automáticamente con confianza media">
            <a:extLst>
              <a:ext uri="{FF2B5EF4-FFF2-40B4-BE49-F238E27FC236}">
                <a16:creationId xmlns:a16="http://schemas.microsoft.com/office/drawing/2014/main" id="{ACBF52E4-336D-E286-22E8-CE396C8E6A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33" r="10147" b="4984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FD64A5-555F-90DC-19F0-822BE6B0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600"/>
              <a:t>7.	Informe inmediatamente el evento a Carabineros llamando al 133 o a Policía de investigaciones al 134.</a:t>
            </a:r>
          </a:p>
        </p:txBody>
      </p:sp>
      <p:cxnSp>
        <p:nvCxnSpPr>
          <p:cNvPr id="49" name="Straight Connector 4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0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2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4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8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862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7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 descr="Una persona sosteniendo una laptop&#10;&#10;Descripción generada automáticamente con confianza media">
            <a:extLst>
              <a:ext uri="{FF2B5EF4-FFF2-40B4-BE49-F238E27FC236}">
                <a16:creationId xmlns:a16="http://schemas.microsoft.com/office/drawing/2014/main" id="{D44BB270-4ED4-81CC-5264-AB7D14EDA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00" t="4946" b="2747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559A5F2-8BE0-4998-A1E4-1B145465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3A6596D4-D53C-424F-9F16-CC8686C0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1BB890B-70D4-42FE-A599-6AEF1A42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842D646-B58C-43C8-8152-01BC782B7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23">
            <a:extLst>
              <a:ext uri="{FF2B5EF4-FFF2-40B4-BE49-F238E27FC236}">
                <a16:creationId xmlns:a16="http://schemas.microsoft.com/office/drawing/2014/main" id="{9772CABD-4211-42AA-B349-D4002E52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60" name="Rectangle 25">
            <a:extLst>
              <a:ext uri="{FF2B5EF4-FFF2-40B4-BE49-F238E27FC236}">
                <a16:creationId xmlns:a16="http://schemas.microsoft.com/office/drawing/2014/main" id="{BBD91630-4DBA-4294-8016-FEB5C3B0C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E67D1587-504D-41BC-9D48-B61257BF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A36A3E-1713-FC4D-B005-4C5BADB75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200" y="1678665"/>
            <a:ext cx="4569803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/>
              <a:t>8.	Registrar el evento lo antes posible a Ingreso Eventos Bunker CCTV</a:t>
            </a:r>
          </a:p>
        </p:txBody>
      </p:sp>
      <p:sp>
        <p:nvSpPr>
          <p:cNvPr id="64" name="Rectangle 27">
            <a:extLst>
              <a:ext uri="{FF2B5EF4-FFF2-40B4-BE49-F238E27FC236}">
                <a16:creationId xmlns:a16="http://schemas.microsoft.com/office/drawing/2014/main" id="{8765DD1A-F044-4DE7-8A9B-7C30DC85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66" name="Rectangle 28">
            <a:extLst>
              <a:ext uri="{FF2B5EF4-FFF2-40B4-BE49-F238E27FC236}">
                <a16:creationId xmlns:a16="http://schemas.microsoft.com/office/drawing/2014/main" id="{2FE2170D-72D6-48A8-8E9A-BFF3BF0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68" name="Rectangle 29">
            <a:extLst>
              <a:ext uri="{FF2B5EF4-FFF2-40B4-BE49-F238E27FC236}">
                <a16:creationId xmlns:a16="http://schemas.microsoft.com/office/drawing/2014/main" id="{01D19436-094D-463D-AFEA-870FDBD0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9A2DE6E0-967C-4C58-8558-EC08F113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112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A2B76-7AAC-5450-6CC3-24BD92E9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400"/>
              <a:t>El impuntual del mes</a:t>
            </a:r>
          </a:p>
        </p:txBody>
      </p:sp>
      <p:pic>
        <p:nvPicPr>
          <p:cNvPr id="5" name="Marcador de contenido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CDA6DA4-A73C-DBA8-D95C-0999A3F3D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16" r="16745" b="9093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6808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280</TotalTime>
  <Words>332</Words>
  <Application>Microsoft Office PowerPoint</Application>
  <PresentationFormat>Panorámica</PresentationFormat>
  <Paragraphs>17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Faceta</vt:lpstr>
      <vt:lpstr>Muro digital CCTV</vt:lpstr>
      <vt:lpstr>Ranking de Recuperaciones por Zona</vt:lpstr>
      <vt:lpstr>Mantener la Higiene en los baños</vt:lpstr>
      <vt:lpstr>Mensaje de la semana</vt:lpstr>
      <vt:lpstr>Mejor Recuperación de la Semana</vt:lpstr>
      <vt:lpstr>Los Pasos para una Correcta Detención</vt:lpstr>
      <vt:lpstr>El delito de hurto se verifica una vez traspasada la línea de seguridad definida por la empresa.</vt:lpstr>
      <vt:lpstr>2. Solo cuando esté totalmente seguro de que una persona cometió un delito, proceda a la detención. En caso de duda, absténgase. </vt:lpstr>
      <vt:lpstr>3. Nunca agreda a un detenido, solo debe utilizar la fuerza necesaria y racional para reducirlo.</vt:lpstr>
      <vt:lpstr>4. Las personas no deben ser registradas por el guardia de seguridad. De acuerdo al Art.85 del CPP, las policías son los únicos facultados para realizar esta acción. </vt:lpstr>
      <vt:lpstr>5. Cuando una persona es detenida, en ningún momento debe permanecer sola.</vt:lpstr>
      <vt:lpstr>6. Las mujeres o menores de edad deben ser acompañados siempre por dos guardias de seguridad.</vt:lpstr>
      <vt:lpstr>7. Informe inmediatamente el evento a Carabineros llamando al 133 o a Policía de investigaciones al 134.</vt:lpstr>
      <vt:lpstr>8. Registrar el evento lo antes posible a Ingreso Eventos Bunker CCTV</vt:lpstr>
      <vt:lpstr>El impuntual del 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Muro digital CCTV</dc:title>
  <dc:creator>Ignacio Chávez</dc:creator>
  <cp:lastModifiedBy>Ignacio Chávez</cp:lastModifiedBy>
  <cp:revision>3</cp:revision>
  <dcterms:created xsi:type="dcterms:W3CDTF">2023-10-03T20:59:49Z</dcterms:created>
  <dcterms:modified xsi:type="dcterms:W3CDTF">2023-10-05T16:41:27Z</dcterms:modified>
</cp:coreProperties>
</file>